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3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8288000" cy="10287000"/>
  <p:notesSz cx="9143861" cy="6857895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/>
      </a:defRPr>
    </a:lvl1pPr>
    <a:lvl2pPr marL="2286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/>
      </a:defRPr>
    </a:lvl2pPr>
    <a:lvl3pPr marL="4572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/>
      </a:defRPr>
    </a:lvl3pPr>
    <a:lvl4pPr marL="6858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/>
      </a:defRPr>
    </a:lvl4pPr>
    <a:lvl5pPr marL="9144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/>
      </a:defRPr>
    </a:lvl5pPr>
    <a:lvl6pPr marL="11430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/>
      </a:defRPr>
    </a:lvl6pPr>
    <a:lvl7pPr marL="13716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/>
      </a:defRPr>
    </a:lvl7pPr>
    <a:lvl8pPr marL="16002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/>
      </a:defRPr>
    </a:lvl8pPr>
    <a:lvl9pPr marL="16002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60" autoAdjust="0"/>
  </p:normalViewPr>
  <p:slideViewPr>
    <p:cSldViewPr>
      <p:cViewPr varScale="1">
        <p:scale>
          <a:sx n="56" d="100"/>
          <a:sy n="56" d="100"/>
        </p:scale>
        <p:origin x="0" y="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6201" cy="76201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jpg"/><Relationship Id="rId3" Type="http://schemas.openxmlformats.org/officeDocument/2006/relationships/image" Target="../media/2.png"/><Relationship Id="rId4" Type="http://schemas.openxmlformats.org/officeDocument/2006/relationships/image" Target="../media/3.jpg"/><Relationship Id="rId5" Type="http://schemas.openxmlformats.org/officeDocument/2006/relationships/image" Target="../media/4.jpg"/><Relationship Id="rId6" Type="http://schemas.openxmlformats.org/officeDocument/2006/relationships/image" Target="../media/5.jpg"/><Relationship Id="rId7" Type="http://schemas.openxmlformats.org/officeDocument/2006/relationships/image" Target="../media/6.jpg"/><Relationship Id="rId8" Type="http://schemas.openxmlformats.org/officeDocument/2006/relationships/image" Target="../media/7.png"/><Relationship Id="rId9" Type="http://schemas.openxmlformats.org/officeDocument/2006/relationships/image" Target="../media/8.png"/><Relationship Id="rId10" Type="http://schemas.openxmlformats.org/officeDocument/2006/relationships/image" Target="../media/9.jpg"/><Relationship Id="rId11" Type="http://schemas.openxmlformats.org/officeDocument/2006/relationships/image" Target="../media/10.jpg"/><Relationship Id="rId12" Type="http://schemas.openxmlformats.org/officeDocument/2006/relationships/image" Target="../media/11.jpg"/><Relationship Id="rId13" Type="http://schemas.openxmlformats.org/officeDocument/2006/relationships/image" Target="../media/12.jpg"/><Relationship Id="rId14" Type="http://schemas.openxmlformats.org/officeDocument/2006/relationships/image" Target="../media/13.jpg"/><Relationship Id="rId15" Type="http://schemas.openxmlformats.org/officeDocument/2006/relationships/image" Target="../media/14.jpg"/><Relationship Id="rId16" Type="http://schemas.openxmlformats.org/officeDocument/2006/relationships/image" Target="../media/15.jpg"/><Relationship Id="rId17" Type="http://schemas.openxmlformats.org/officeDocument/2006/relationships/image" Target="../media/16.jpg"/><Relationship Id="rId18" Type="http://schemas.openxmlformats.org/officeDocument/2006/relationships/image" Target="../media/17.jp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8.png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1371600" y="3195637"/>
            <a:ext cx="15544800" cy="22050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2743200" y="5829299"/>
            <a:ext cx="12801600" cy="262889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029665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762939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613419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52159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673216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297030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780252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735423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237746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923447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928666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3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 xmlns:a="http://schemas.openxmlformats.org/drawingml/2006/main">
            <a:srgbClr val="532D12"/>
          </a:solidFill>
          <a:ln xmlns:a="http://schemas.openxmlformats.org/drawingml/2006/main" cmpd="sng" cap="flat">
            <a:noFill/>
            <a:prstDash val="solid"/>
            <a:miter/>
          </a:ln>
        </p:spPr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169856" y="-87852"/>
            <a:ext cx="17683284" cy="308323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208017" y="2532063"/>
            <a:ext cx="11469369" cy="41275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10" name="文本框"/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 rot="0">
            <a:off x="6217920" y="9566910"/>
            <a:ext cx="5852159" cy="5143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algn="ctr"/>
            <a:endParaRPr lang="zh-CN" altLang="en-US"/>
          </a:p>
        </p:txBody>
      </p:sp>
      <p:sp>
        <p:nvSpPr>
          <p:cNvPr id="11" name="文本框"/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 rot="0">
            <a:off x="914400" y="9566910"/>
            <a:ext cx="4206239" cy="5143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algn="l"/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12" name="文本框"/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 rot="0">
            <a:off x="13167360" y="9566910"/>
            <a:ext cx="4206239" cy="5143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2400" b="0" i="0" u="none" strike="noStrike" kern="0" cap="none" spc="0" baseline="0">
                <a:solidFill>
                  <a:srgbClr val="898989"/>
                </a:solidFill>
                <a:latin typeface="Droid Sans"/>
                <a:ea typeface="Droid Sans"/>
                <a:cs typeface="Lucida Sans"/>
              </a:rPr>
              <a:t>&lt;#&gt;</a:t>
            </a:fld>
            <a:endParaRPr lang="zh-CN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953261"/>
      </p:ext>
    </p:extLst>
  </p:cSld>
  <p:clrMapOvr>
    <a:masterClrMapping xmlns:a="http://schemas.openxmlformats.org/drawingml/2006/main"/>
  </p:clrMapOvr>
</p:sldLayout>
</file>

<file path=ppt/slideLayouts/slideLayout13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39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 xmlns:a="http://schemas.openxmlformats.org/drawingml/2006/main">
            <a:srgbClr val="532D12"/>
          </a:solidFill>
          <a:ln xmlns:a="http://schemas.openxmlformats.org/drawingml/2006/main" cmpd="sng" cap="flat">
            <a:noFill/>
            <a:prstDash val="solid"/>
            <a:miter/>
          </a:ln>
        </p:spPr>
      </p:sp>
      <p:sp>
        <p:nvSpPr>
          <p:cNvPr id="33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169856" y="-87852"/>
            <a:ext cx="17683284" cy="308323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34" name="文本框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 rot="0">
            <a:off x="274091" y="2288824"/>
            <a:ext cx="5471795" cy="5384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35" name="文本框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 rot="0">
            <a:off x="12576522" y="2597688"/>
            <a:ext cx="5327014" cy="6125844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36" name="文本框"/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 rot="0">
            <a:off x="6217920" y="9566910"/>
            <a:ext cx="5852159" cy="5143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algn="ctr"/>
            <a:endParaRPr lang="zh-CN" altLang="en-US"/>
          </a:p>
        </p:txBody>
      </p:sp>
      <p:sp>
        <p:nvSpPr>
          <p:cNvPr id="37" name="文本框"/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 rot="0">
            <a:off x="914400" y="9566910"/>
            <a:ext cx="4206239" cy="5143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algn="l"/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38" name="文本框"/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 rot="0">
            <a:off x="13167360" y="9566910"/>
            <a:ext cx="4206239" cy="5143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2400" b="0" i="0" u="none" strike="noStrike" kern="0" cap="none" spc="0" baseline="0">
                <a:solidFill>
                  <a:srgbClr val="898989"/>
                </a:solidFill>
                <a:latin typeface="Droid Sans"/>
                <a:ea typeface="Droid Sans"/>
                <a:cs typeface="Lucida Sans"/>
              </a:rPr>
              <a:t>&lt;#&gt;</a:t>
            </a:fld>
            <a:endParaRPr lang="zh-CN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25910"/>
      </p:ext>
    </p:extLst>
  </p:cSld>
  <p:clrMapOvr>
    <a:masterClrMapping xmlns:a="http://schemas.openxmlformats.org/drawingml/2006/main"/>
  </p:clrMapOvr>
</p:sldLayout>
</file>

<file path=ppt/slideLayouts/slideLayout14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68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2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525780" y="2886774"/>
            <a:ext cx="17327880" cy="4123964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pic>
        <p:nvPicPr>
          <p:cNvPr id="69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3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9075420" y="2840951"/>
            <a:ext cx="251458" cy="68731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pic>
        <p:nvPicPr>
          <p:cNvPr id="70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4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525780" y="1718318"/>
            <a:ext cx="3863340" cy="618593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pic>
        <p:nvPicPr>
          <p:cNvPr id="71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5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4846320" y="1718318"/>
            <a:ext cx="4091938" cy="64150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pic>
        <p:nvPicPr>
          <p:cNvPr id="72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6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9395459" y="1718318"/>
            <a:ext cx="8435340" cy="618593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pic>
        <p:nvPicPr>
          <p:cNvPr id="73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7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2400300" y="137465"/>
            <a:ext cx="960120" cy="916436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pic>
        <p:nvPicPr>
          <p:cNvPr id="74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8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5897879" y="252018"/>
            <a:ext cx="388619" cy="458217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pic>
        <p:nvPicPr>
          <p:cNvPr id="75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9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9829802" y="252018"/>
            <a:ext cx="388620" cy="458217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pic>
        <p:nvPicPr>
          <p:cNvPr id="76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10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4904720" y="183287"/>
            <a:ext cx="822959" cy="664416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sp>
        <p:nvSpPr>
          <p:cNvPr id="77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67056" y="9300302"/>
            <a:ext cx="3045460" cy="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876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78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3358895" y="9300302"/>
            <a:ext cx="850899" cy="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876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79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456176" y="9300302"/>
            <a:ext cx="439420" cy="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876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80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8982456" y="9300302"/>
            <a:ext cx="485139" cy="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876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81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9668256" y="9300302"/>
            <a:ext cx="713739" cy="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876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82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3737335" y="9300302"/>
            <a:ext cx="393700" cy="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876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83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4331695" y="9300302"/>
            <a:ext cx="2999739" cy="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876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84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7486376" y="9275864"/>
            <a:ext cx="802005" cy="48895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89" y="21543"/>
                </a:moveTo>
                <a:lnTo>
                  <a:pt x="0" y="21543"/>
                </a:lnTo>
                <a:lnTo>
                  <a:pt x="0" y="0"/>
                </a:lnTo>
                <a:lnTo>
                  <a:pt x="21589" y="0"/>
                </a:lnTo>
                <a:lnTo>
                  <a:pt x="21589" y="215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cmpd="sng" cap="flat">
            <a:noFill/>
            <a:prstDash val="solid"/>
            <a:miter/>
          </a:ln>
        </p:spPr>
      </p:sp>
      <p:sp>
        <p:nvSpPr>
          <p:cNvPr id="85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67056" y="2885246"/>
            <a:ext cx="4417060" cy="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876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86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547615" y="2885246"/>
            <a:ext cx="256540" cy="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876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87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867655" y="2885246"/>
            <a:ext cx="4188460" cy="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876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88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0332719" y="2885246"/>
            <a:ext cx="277495" cy="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876" cmpd="sng" cap="flat">
            <a:solidFill>
              <a:srgbClr val="7C7C74"/>
            </a:solidFill>
            <a:prstDash val="solid"/>
            <a:round/>
          </a:ln>
        </p:spPr>
      </p:sp>
      <p:sp>
        <p:nvSpPr>
          <p:cNvPr id="89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1359896" y="2885246"/>
            <a:ext cx="368934" cy="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876" cmpd="sng" cap="flat">
            <a:solidFill>
              <a:srgbClr val="7C7C74"/>
            </a:solidFill>
            <a:prstDash val="solid"/>
            <a:round/>
          </a:ln>
        </p:spPr>
      </p:sp>
      <p:sp>
        <p:nvSpPr>
          <p:cNvPr id="90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67056" y="1693881"/>
            <a:ext cx="393700" cy="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876" cmpd="sng" cap="flat">
            <a:solidFill>
              <a:srgbClr val="000000"/>
            </a:solidFill>
            <a:prstDash val="solid"/>
            <a:round/>
          </a:ln>
        </p:spPr>
      </p:sp>
      <p:pic>
        <p:nvPicPr>
          <p:cNvPr id="91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11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22859" y="9301830"/>
            <a:ext cx="3429000" cy="66441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pic>
        <p:nvPicPr>
          <p:cNvPr id="92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12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303018" y="2474378"/>
            <a:ext cx="2377439" cy="320752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pic>
        <p:nvPicPr>
          <p:cNvPr id="93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13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800100" y="7766797"/>
            <a:ext cx="7520940" cy="27493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pic>
        <p:nvPicPr>
          <p:cNvPr id="94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14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5715000" y="9301830"/>
            <a:ext cx="12572999" cy="66441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pic>
        <p:nvPicPr>
          <p:cNvPr id="95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15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9715501" y="7812620"/>
            <a:ext cx="2994659" cy="27493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pic>
        <p:nvPicPr>
          <p:cNvPr id="96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16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4264639" y="7766797"/>
            <a:ext cx="3543300" cy="27493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pic>
        <p:nvPicPr>
          <p:cNvPr id="97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17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9692640" y="2451466"/>
            <a:ext cx="3589019" cy="458217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pic>
        <p:nvPicPr>
          <p:cNvPr id="98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18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5133319" y="2474378"/>
            <a:ext cx="1783080" cy="320752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sp>
        <p:nvSpPr>
          <p:cNvPr id="99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3666726" y="24212"/>
            <a:ext cx="10928351" cy="137858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100" name="文本框"/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 rot="0">
            <a:off x="2743200" y="5760720"/>
            <a:ext cx="12801600" cy="2571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101" name="文本框"/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 rot="0">
            <a:off x="6217920" y="9566910"/>
            <a:ext cx="5852159" cy="5143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algn="ctr"/>
            <a:endParaRPr lang="zh-CN" altLang="en-US"/>
          </a:p>
        </p:txBody>
      </p:sp>
      <p:sp>
        <p:nvSpPr>
          <p:cNvPr id="102" name="文本框"/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 rot="0">
            <a:off x="914400" y="9566910"/>
            <a:ext cx="4206239" cy="5143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algn="l"/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103" name="文本框"/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 rot="0">
            <a:off x="13167360" y="9566910"/>
            <a:ext cx="4206239" cy="5143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2400" b="0" i="0" u="none" strike="noStrike" kern="0" cap="none" spc="0" baseline="0">
                <a:solidFill>
                  <a:srgbClr val="898989"/>
                </a:solidFill>
                <a:latin typeface="Droid Sans"/>
                <a:ea typeface="Droid Sans"/>
                <a:cs typeface="Lucida Sans"/>
              </a:rPr>
              <a:t>&lt;#&gt;</a:t>
            </a:fld>
            <a:endParaRPr lang="zh-CN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656401"/>
      </p:ext>
    </p:extLst>
  </p:cSld>
  <p:clrMapOvr>
    <a:masterClrMapping xmlns:a="http://schemas.openxmlformats.org/drawingml/2006/main"/>
  </p:clrMapOvr>
</p:sldLayout>
</file>

<file path=ppt/slideLayouts/slideLayout15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37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 xmlns:a="http://schemas.openxmlformats.org/drawingml/2006/main">
            <a:srgbClr val="6D4428"/>
          </a:solidFill>
          <a:ln xmlns:a="http://schemas.openxmlformats.org/drawingml/2006/main" cmpd="sng" cap="flat">
            <a:noFill/>
            <a:prstDash val="solid"/>
            <a:miter/>
          </a:ln>
        </p:spPr>
      </p:sp>
      <p:pic>
        <p:nvPicPr>
          <p:cNvPr id="138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2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2172949" y="0"/>
            <a:ext cx="6115048" cy="10283238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sp>
        <p:nvSpPr>
          <p:cNvPr id="139" name="文本框"/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 rot="0">
            <a:off x="6217920" y="9566910"/>
            <a:ext cx="5852159" cy="5143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algn="ctr"/>
            <a:endParaRPr lang="zh-CN" altLang="en-US"/>
          </a:p>
        </p:txBody>
      </p:sp>
      <p:sp>
        <p:nvSpPr>
          <p:cNvPr id="140" name="文本框"/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 rot="0">
            <a:off x="914400" y="9566910"/>
            <a:ext cx="4206239" cy="5143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algn="l"/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141" name="文本框"/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 rot="0">
            <a:off x="13167360" y="9566910"/>
            <a:ext cx="4206239" cy="5143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2400" b="0" i="0" u="none" strike="noStrike" kern="0" cap="none" spc="0" baseline="0">
                <a:solidFill>
                  <a:srgbClr val="898989"/>
                </a:solidFill>
                <a:latin typeface="Droid Sans"/>
                <a:ea typeface="Droid Sans"/>
                <a:cs typeface="Lucida Sans"/>
              </a:rPr>
              <a:t>&lt;#&gt;</a:t>
            </a:fld>
            <a:endParaRPr lang="zh-CN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909580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曲线"/>
          <p:cNvSpPr>
            <a:spLocks/>
          </p:cNvSpPr>
          <p:nvPr/>
        </p:nvSpPr>
        <p:spPr>
          <a:xfrm rot="0">
            <a:off x="0" y="0"/>
            <a:ext cx="18288000" cy="10287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532D12"/>
          </a:solidFill>
          <a:ln cmpd="sng" cap="flat">
            <a:noFill/>
            <a:prstDash val="solid"/>
            <a:miter/>
          </a:ln>
        </p:spPr>
      </p:sp>
      <p:sp>
        <p:nvSpPr>
          <p:cNvPr id="3" name="文本框"/>
          <p:cNvSpPr>
            <a:spLocks noGrp="1"/>
          </p:cNvSpPr>
          <p:nvPr>
            <p:ph type="title"/>
          </p:nvPr>
        </p:nvSpPr>
        <p:spPr>
          <a:xfrm rot="0">
            <a:off x="169856" y="-87852"/>
            <a:ext cx="17683284" cy="3083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idx="1"/>
          </p:nvPr>
        </p:nvSpPr>
        <p:spPr>
          <a:xfrm rot="0">
            <a:off x="208017" y="2532063"/>
            <a:ext cx="11469369" cy="41275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idx="5"/>
          </p:nvPr>
        </p:nvSpPr>
        <p:spPr>
          <a:xfrm rot="0">
            <a:off x="6217920" y="9566910"/>
            <a:ext cx="5852159" cy="5143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dt" idx="6"/>
          </p:nvPr>
        </p:nvSpPr>
        <p:spPr>
          <a:xfrm rot="0">
            <a:off x="914400" y="9566910"/>
            <a:ext cx="4206239" cy="5143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algn="l"/>
            <a:fld id="{CAD2D6BD-DE1B-4B5F-8B41-2702339687B9}" type="datetime1">
              <a:rPr lang="en-US" altLang="zh-CN">
                <a:solidFill>
                  <a:srgbClr val="898989"/>
                </a:solidFill>
              </a:rPr>
              <a:t>3/23/2026</a:t>
            </a:fld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idx="7"/>
          </p:nvPr>
        </p:nvSpPr>
        <p:spPr>
          <a:xfrm rot="0">
            <a:off x="13167360" y="9566910"/>
            <a:ext cx="4206239" cy="5143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algn="r"/>
            <a:fld id="{CAD2D6BD-DE1B-4B5F-8B41-2702339687B9}" type="slidenum">
              <a:rPr lang="en-US" altLang="zh-CN" sz="2400" b="0" i="0" u="none" strike="noStrike" kern="0" cap="none" spc="0" baseline="0">
                <a:solidFill>
                  <a:srgbClr val="898989"/>
                </a:solidFill>
                <a:latin typeface="Droid Sans"/>
                <a:ea typeface="Droid Sans"/>
                <a:cs typeface="Lucida Sans"/>
              </a:rPr>
              <a:t>&lt;#&gt;</a:t>
            </a:fld>
            <a:endParaRPr lang="zh-CN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71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sldNum="0" hdr="0" ftr="0" dt="0"/>
  <p:txStyles>
    <p:titleStyle>
      <a:lvl1pPr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1pPr>
    </p:titleStyle>
    <p:bodyStyle>
      <a:lvl1pPr marL="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1pPr>
      <a:lvl2pPr marL="4572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2pPr>
      <a:lvl3pPr marL="9144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3pPr>
      <a:lvl4pPr marL="13716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4pPr>
      <a:lvl5pPr marL="18288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5pPr>
      <a:lvl6pPr marL="22860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6pPr>
      <a:lvl7pPr marL="27432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7pPr>
      <a:lvl8pPr marL="32004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8pPr>
      <a:lvl9pPr marL="32004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19.jpg"/><Relationship Id="rId2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20.png"/><Relationship Id="rId2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21.jpg"/><Relationship Id="rId2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22.jpg"/><Relationship Id="rId2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23.jpg"/><Relationship Id="rId2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24.png"/><Relationship Id="rId2" Type="http://schemas.openxmlformats.org/officeDocument/2006/relationships/image" Target="../media/24.png"/><Relationship Id="rId3" Type="http://schemas.openxmlformats.org/officeDocument/2006/relationships/image" Target="../media/24.png"/><Relationship Id="rId4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25.png"/><Relationship Id="rId2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26.png"/><Relationship Id="rId2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27.png"/><Relationship Id="rId2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 rot="0">
            <a:off x="522116" y="3625976"/>
            <a:ext cx="10795635" cy="494868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20193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ts val="7430"/>
              </a:lnSpc>
              <a:spcBef>
                <a:spcPts val="1590"/>
              </a:spcBef>
              <a:spcAft>
                <a:spcPts val="0"/>
              </a:spcAft>
              <a:buNone/>
            </a:pPr>
            <a:r>
              <a:rPr lang="en-US" altLang="zh-CN" sz="7400" b="0" i="0" u="none" strike="noStrike" kern="0" cap="none" spc="725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Sorghu-</a:t>
            </a:r>
            <a:r>
              <a:rPr lang="en-US" altLang="zh-CN" sz="7400" b="0" i="0" u="none" strike="noStrike" kern="0" cap="none" spc="60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Shield:</a:t>
            </a:r>
            <a:r>
              <a:rPr lang="en-US" altLang="zh-CN" sz="7400" b="0" i="0" u="none" strike="noStrike" kern="0" cap="none" spc="63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 </a:t>
            </a:r>
            <a:r>
              <a:rPr lang="en-US" altLang="zh-CN" sz="7400" b="0" i="0" u="none" strike="noStrike" kern="0" cap="none" spc="77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Eco</a:t>
            </a:r>
            <a:r>
              <a:rPr lang="en-US" altLang="zh-CN" sz="7400" b="0" i="0" u="none" strike="noStrike" kern="0" cap="none" spc="635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 </a:t>
            </a:r>
            <a:r>
              <a:rPr lang="en-US" altLang="zh-CN" sz="7400" b="0" i="0" u="none" strike="noStrike" kern="0" cap="none" spc="935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Food </a:t>
            </a:r>
            <a:r>
              <a:rPr lang="en-US" altLang="zh-CN" sz="7400" b="0" i="0" u="none" strike="noStrike" kern="0" cap="none" spc="71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Packaging</a:t>
            </a:r>
            <a:endParaRPr lang="en-US" altLang="zh-CN" sz="7400" b="0" i="0" u="none" strike="noStrike" kern="0" cap="none" spc="0" baseline="0">
              <a:solidFill>
                <a:schemeClr val="tx1"/>
              </a:solidFill>
              <a:latin typeface="Arial Narrow" pitchFamily="0" charset="0"/>
              <a:ea typeface="Droid Sans"/>
              <a:cs typeface="Arial Narrow" pitchFamily="0" charset="0"/>
            </a:endParaRPr>
          </a:p>
          <a:p>
            <a:pPr marL="412750" indent="369570" algn="l">
              <a:lnSpc>
                <a:spcPct val="116000"/>
              </a:lnSpc>
              <a:spcBef>
                <a:spcPts val="268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BATCH</a:t>
            </a:r>
            <a:r>
              <a:rPr lang="en-US" altLang="zh-CN" sz="3600" b="0" i="0" u="none" strike="noStrike" kern="0" cap="none" spc="-2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-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NO</a:t>
            </a:r>
            <a:r>
              <a:rPr lang="en-US" altLang="zh-CN" sz="3600" b="0" i="0" u="none" strike="noStrike" kern="0" cap="none" spc="-2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-10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:-</a:t>
            </a:r>
            <a:r>
              <a:rPr lang="en-US" altLang="zh-CN" sz="3600" b="0" i="0" u="none" strike="noStrike" kern="0" cap="none" spc="204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1 </a:t>
            </a:r>
            <a:r>
              <a:rPr lang="en-US" altLang="zh-CN" sz="3600" b="0" i="0" u="none" strike="noStrike" kern="0" cap="none" spc="-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P.RENUKA</a:t>
            </a:r>
            <a:r>
              <a:rPr lang="en-US" altLang="zh-CN" sz="3600" b="0" i="0" u="none" strike="noStrike" kern="0" cap="none" spc="-22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114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(24KB1A3086)</a:t>
            </a:r>
            <a:endParaRPr lang="en-US" altLang="zh-CN" sz="36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  <a:p>
            <a:pPr marL="41275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K.HARSHITHA(24KB1A3046) </a:t>
            </a:r>
            <a:r>
              <a:rPr lang="en-US" altLang="zh-CN" sz="3600" b="0" i="0" u="none" strike="noStrike" kern="0" cap="none" spc="7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SK.LIMRA(24KB1A3098) </a:t>
            </a:r>
            <a:endParaRPr lang="en-US" altLang="zh-CN" sz="3600" b="0" i="0" u="none" strike="noStrike" kern="0" cap="none" spc="70" baseline="0">
              <a:solidFill>
                <a:srgbClr val="FFFFFF"/>
              </a:solidFill>
              <a:latin typeface="Tahoma" pitchFamily="0" charset="0"/>
              <a:ea typeface="Droid Sans"/>
              <a:cs typeface="Tahoma" pitchFamily="0" charset="0"/>
            </a:endParaRPr>
          </a:p>
          <a:p>
            <a:pPr marL="41275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0" cap="none" spc="-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K.YASASWANI</a:t>
            </a:r>
            <a:r>
              <a:rPr lang="en-US" altLang="zh-CN" sz="3600" b="0" i="0" u="none" strike="noStrike" kern="0" cap="none" spc="-18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7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LALITHA(24KB1A3052)</a:t>
            </a:r>
            <a:endParaRPr lang="zh-CN" altLang="en-US" sz="3600" b="0" i="0" u="none" strike="noStrike" kern="0" cap="none" spc="70" baseline="0">
              <a:solidFill>
                <a:srgbClr val="FFFFFF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15" name="曲线"/>
          <p:cNvSpPr>
            <a:spLocks/>
          </p:cNvSpPr>
          <p:nvPr/>
        </p:nvSpPr>
        <p:spPr>
          <a:xfrm rot="0">
            <a:off x="8843026" y="7405715"/>
            <a:ext cx="6193789" cy="2881629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446" y="21597"/>
                </a:moveTo>
                <a:lnTo>
                  <a:pt x="0" y="21597"/>
                </a:lnTo>
                <a:lnTo>
                  <a:pt x="19" y="21463"/>
                </a:lnTo>
                <a:lnTo>
                  <a:pt x="73" y="21096"/>
                </a:lnTo>
                <a:lnTo>
                  <a:pt x="130" y="20729"/>
                </a:lnTo>
                <a:lnTo>
                  <a:pt x="188" y="20364"/>
                </a:lnTo>
                <a:lnTo>
                  <a:pt x="248" y="20000"/>
                </a:lnTo>
                <a:lnTo>
                  <a:pt x="310" y="19638"/>
                </a:lnTo>
                <a:lnTo>
                  <a:pt x="373" y="19277"/>
                </a:lnTo>
                <a:lnTo>
                  <a:pt x="438" y="18917"/>
                </a:lnTo>
                <a:lnTo>
                  <a:pt x="504" y="18558"/>
                </a:lnTo>
                <a:lnTo>
                  <a:pt x="573" y="18201"/>
                </a:lnTo>
                <a:lnTo>
                  <a:pt x="643" y="17846"/>
                </a:lnTo>
                <a:lnTo>
                  <a:pt x="714" y="17492"/>
                </a:lnTo>
                <a:lnTo>
                  <a:pt x="787" y="17140"/>
                </a:lnTo>
                <a:lnTo>
                  <a:pt x="862" y="16789"/>
                </a:lnTo>
                <a:lnTo>
                  <a:pt x="939" y="16440"/>
                </a:lnTo>
                <a:lnTo>
                  <a:pt x="1017" y="16092"/>
                </a:lnTo>
                <a:lnTo>
                  <a:pt x="1097" y="15746"/>
                </a:lnTo>
                <a:lnTo>
                  <a:pt x="1178" y="15402"/>
                </a:lnTo>
                <a:lnTo>
                  <a:pt x="1261" y="15060"/>
                </a:lnTo>
                <a:lnTo>
                  <a:pt x="1345" y="14720"/>
                </a:lnTo>
                <a:lnTo>
                  <a:pt x="1432" y="14381"/>
                </a:lnTo>
                <a:lnTo>
                  <a:pt x="1519" y="14044"/>
                </a:lnTo>
                <a:lnTo>
                  <a:pt x="1609" y="13709"/>
                </a:lnTo>
                <a:lnTo>
                  <a:pt x="1722" y="13331"/>
                </a:lnTo>
                <a:lnTo>
                  <a:pt x="1872" y="13028"/>
                </a:lnTo>
                <a:lnTo>
                  <a:pt x="2018" y="12901"/>
                </a:lnTo>
                <a:lnTo>
                  <a:pt x="2176" y="12876"/>
                </a:lnTo>
                <a:lnTo>
                  <a:pt x="2338" y="12928"/>
                </a:lnTo>
                <a:lnTo>
                  <a:pt x="2500" y="13031"/>
                </a:lnTo>
                <a:lnTo>
                  <a:pt x="2656" y="13163"/>
                </a:lnTo>
                <a:lnTo>
                  <a:pt x="3959" y="14342"/>
                </a:lnTo>
                <a:lnTo>
                  <a:pt x="4284" y="14639"/>
                </a:lnTo>
                <a:lnTo>
                  <a:pt x="4609" y="14940"/>
                </a:lnTo>
                <a:lnTo>
                  <a:pt x="4932" y="15244"/>
                </a:lnTo>
                <a:lnTo>
                  <a:pt x="5094" y="15397"/>
                </a:lnTo>
                <a:lnTo>
                  <a:pt x="5255" y="15552"/>
                </a:lnTo>
                <a:lnTo>
                  <a:pt x="5416" y="15708"/>
                </a:lnTo>
                <a:lnTo>
                  <a:pt x="5576" y="15866"/>
                </a:lnTo>
                <a:lnTo>
                  <a:pt x="5736" y="16025"/>
                </a:lnTo>
                <a:lnTo>
                  <a:pt x="5895" y="16186"/>
                </a:lnTo>
                <a:lnTo>
                  <a:pt x="6054" y="16349"/>
                </a:lnTo>
                <a:lnTo>
                  <a:pt x="6213" y="16514"/>
                </a:lnTo>
                <a:lnTo>
                  <a:pt x="6371" y="16680"/>
                </a:lnTo>
                <a:lnTo>
                  <a:pt x="6528" y="16849"/>
                </a:lnTo>
                <a:lnTo>
                  <a:pt x="6685" y="17020"/>
                </a:lnTo>
                <a:lnTo>
                  <a:pt x="6842" y="17194"/>
                </a:lnTo>
                <a:lnTo>
                  <a:pt x="6997" y="17369"/>
                </a:lnTo>
                <a:lnTo>
                  <a:pt x="7153" y="17548"/>
                </a:lnTo>
                <a:lnTo>
                  <a:pt x="7307" y="17729"/>
                </a:lnTo>
                <a:lnTo>
                  <a:pt x="7461" y="17913"/>
                </a:lnTo>
                <a:lnTo>
                  <a:pt x="7614" y="18099"/>
                </a:lnTo>
                <a:lnTo>
                  <a:pt x="7766" y="18289"/>
                </a:lnTo>
                <a:lnTo>
                  <a:pt x="7917" y="18482"/>
                </a:lnTo>
                <a:lnTo>
                  <a:pt x="8068" y="18678"/>
                </a:lnTo>
                <a:lnTo>
                  <a:pt x="8218" y="18878"/>
                </a:lnTo>
                <a:lnTo>
                  <a:pt x="8367" y="19080"/>
                </a:lnTo>
                <a:lnTo>
                  <a:pt x="8515" y="19287"/>
                </a:lnTo>
                <a:lnTo>
                  <a:pt x="8662" y="19497"/>
                </a:lnTo>
                <a:lnTo>
                  <a:pt x="8582" y="19164"/>
                </a:lnTo>
                <a:lnTo>
                  <a:pt x="8504" y="18829"/>
                </a:lnTo>
                <a:lnTo>
                  <a:pt x="8429" y="18491"/>
                </a:lnTo>
                <a:lnTo>
                  <a:pt x="8357" y="18151"/>
                </a:lnTo>
                <a:lnTo>
                  <a:pt x="8287" y="17808"/>
                </a:lnTo>
                <a:lnTo>
                  <a:pt x="8219" y="17463"/>
                </a:lnTo>
                <a:lnTo>
                  <a:pt x="8154" y="17116"/>
                </a:lnTo>
                <a:lnTo>
                  <a:pt x="8092" y="16767"/>
                </a:lnTo>
                <a:lnTo>
                  <a:pt x="8032" y="16415"/>
                </a:lnTo>
                <a:lnTo>
                  <a:pt x="7974" y="16062"/>
                </a:lnTo>
                <a:lnTo>
                  <a:pt x="7920" y="15706"/>
                </a:lnTo>
                <a:lnTo>
                  <a:pt x="7867" y="15349"/>
                </a:lnTo>
                <a:lnTo>
                  <a:pt x="7818" y="14990"/>
                </a:lnTo>
                <a:lnTo>
                  <a:pt x="7771" y="14630"/>
                </a:lnTo>
                <a:lnTo>
                  <a:pt x="7727" y="14268"/>
                </a:lnTo>
                <a:lnTo>
                  <a:pt x="7685" y="13904"/>
                </a:lnTo>
                <a:lnTo>
                  <a:pt x="7646" y="13539"/>
                </a:lnTo>
                <a:lnTo>
                  <a:pt x="7610" y="13173"/>
                </a:lnTo>
                <a:lnTo>
                  <a:pt x="7576" y="12806"/>
                </a:lnTo>
                <a:lnTo>
                  <a:pt x="7546" y="12440"/>
                </a:lnTo>
                <a:lnTo>
                  <a:pt x="7519" y="12072"/>
                </a:lnTo>
                <a:lnTo>
                  <a:pt x="7496" y="11702"/>
                </a:lnTo>
                <a:lnTo>
                  <a:pt x="7479" y="11331"/>
                </a:lnTo>
                <a:lnTo>
                  <a:pt x="7467" y="10960"/>
                </a:lnTo>
                <a:lnTo>
                  <a:pt x="7462" y="10589"/>
                </a:lnTo>
                <a:lnTo>
                  <a:pt x="7465" y="10220"/>
                </a:lnTo>
                <a:lnTo>
                  <a:pt x="7476" y="9851"/>
                </a:lnTo>
                <a:lnTo>
                  <a:pt x="7496" y="9486"/>
                </a:lnTo>
                <a:lnTo>
                  <a:pt x="7526" y="9123"/>
                </a:lnTo>
                <a:lnTo>
                  <a:pt x="7567" y="8764"/>
                </a:lnTo>
                <a:lnTo>
                  <a:pt x="7619" y="8411"/>
                </a:lnTo>
                <a:lnTo>
                  <a:pt x="7681" y="8068"/>
                </a:lnTo>
                <a:lnTo>
                  <a:pt x="7752" y="7733"/>
                </a:lnTo>
                <a:lnTo>
                  <a:pt x="7831" y="7406"/>
                </a:lnTo>
                <a:lnTo>
                  <a:pt x="7917" y="7086"/>
                </a:lnTo>
                <a:lnTo>
                  <a:pt x="8010" y="6774"/>
                </a:lnTo>
                <a:lnTo>
                  <a:pt x="8108" y="6468"/>
                </a:lnTo>
                <a:lnTo>
                  <a:pt x="8212" y="6168"/>
                </a:lnTo>
                <a:lnTo>
                  <a:pt x="8318" y="5874"/>
                </a:lnTo>
                <a:lnTo>
                  <a:pt x="8428" y="5584"/>
                </a:lnTo>
                <a:lnTo>
                  <a:pt x="8540" y="5299"/>
                </a:lnTo>
                <a:lnTo>
                  <a:pt x="8653" y="5017"/>
                </a:lnTo>
                <a:lnTo>
                  <a:pt x="8766" y="4740"/>
                </a:lnTo>
                <a:lnTo>
                  <a:pt x="8881" y="4464"/>
                </a:lnTo>
                <a:lnTo>
                  <a:pt x="8997" y="4191"/>
                </a:lnTo>
                <a:lnTo>
                  <a:pt x="9115" y="3919"/>
                </a:lnTo>
                <a:lnTo>
                  <a:pt x="9234" y="3651"/>
                </a:lnTo>
                <a:lnTo>
                  <a:pt x="9355" y="3386"/>
                </a:lnTo>
                <a:lnTo>
                  <a:pt x="9478" y="3125"/>
                </a:lnTo>
                <a:lnTo>
                  <a:pt x="9603" y="2870"/>
                </a:lnTo>
                <a:lnTo>
                  <a:pt x="9730" y="2619"/>
                </a:lnTo>
                <a:lnTo>
                  <a:pt x="9859" y="2375"/>
                </a:lnTo>
                <a:lnTo>
                  <a:pt x="9990" y="2138"/>
                </a:lnTo>
                <a:lnTo>
                  <a:pt x="10124" y="1908"/>
                </a:lnTo>
                <a:lnTo>
                  <a:pt x="10260" y="1685"/>
                </a:lnTo>
                <a:lnTo>
                  <a:pt x="10398" y="1471"/>
                </a:lnTo>
                <a:lnTo>
                  <a:pt x="10539" y="1266"/>
                </a:lnTo>
                <a:lnTo>
                  <a:pt x="10682" y="1071"/>
                </a:lnTo>
                <a:lnTo>
                  <a:pt x="10828" y="886"/>
                </a:lnTo>
                <a:lnTo>
                  <a:pt x="10977" y="712"/>
                </a:lnTo>
                <a:lnTo>
                  <a:pt x="11128" y="550"/>
                </a:lnTo>
                <a:lnTo>
                  <a:pt x="11283" y="399"/>
                </a:lnTo>
                <a:lnTo>
                  <a:pt x="11440" y="262"/>
                </a:lnTo>
                <a:lnTo>
                  <a:pt x="11601" y="137"/>
                </a:lnTo>
                <a:lnTo>
                  <a:pt x="11847" y="6"/>
                </a:lnTo>
                <a:lnTo>
                  <a:pt x="11972" y="0"/>
                </a:lnTo>
                <a:lnTo>
                  <a:pt x="12092" y="57"/>
                </a:lnTo>
                <a:lnTo>
                  <a:pt x="12242" y="265"/>
                </a:lnTo>
                <a:lnTo>
                  <a:pt x="12351" y="575"/>
                </a:lnTo>
                <a:lnTo>
                  <a:pt x="12430" y="946"/>
                </a:lnTo>
                <a:lnTo>
                  <a:pt x="12488" y="1334"/>
                </a:lnTo>
                <a:lnTo>
                  <a:pt x="12905" y="4431"/>
                </a:lnTo>
                <a:lnTo>
                  <a:pt x="12953" y="4791"/>
                </a:lnTo>
                <a:lnTo>
                  <a:pt x="13001" y="5153"/>
                </a:lnTo>
                <a:lnTo>
                  <a:pt x="13046" y="5515"/>
                </a:lnTo>
                <a:lnTo>
                  <a:pt x="13090" y="5879"/>
                </a:lnTo>
                <a:lnTo>
                  <a:pt x="13132" y="6244"/>
                </a:lnTo>
                <a:lnTo>
                  <a:pt x="13171" y="6609"/>
                </a:lnTo>
                <a:lnTo>
                  <a:pt x="13206" y="6975"/>
                </a:lnTo>
                <a:lnTo>
                  <a:pt x="13238" y="7343"/>
                </a:lnTo>
                <a:lnTo>
                  <a:pt x="13266" y="7711"/>
                </a:lnTo>
                <a:lnTo>
                  <a:pt x="13290" y="8080"/>
                </a:lnTo>
                <a:lnTo>
                  <a:pt x="13308" y="8449"/>
                </a:lnTo>
                <a:lnTo>
                  <a:pt x="13320" y="8820"/>
                </a:lnTo>
                <a:lnTo>
                  <a:pt x="13327" y="9191"/>
                </a:lnTo>
                <a:lnTo>
                  <a:pt x="13327" y="9563"/>
                </a:lnTo>
                <a:lnTo>
                  <a:pt x="13320" y="9936"/>
                </a:lnTo>
                <a:lnTo>
                  <a:pt x="13307" y="10301"/>
                </a:lnTo>
                <a:lnTo>
                  <a:pt x="13286" y="10663"/>
                </a:lnTo>
                <a:lnTo>
                  <a:pt x="13260" y="11023"/>
                </a:lnTo>
                <a:lnTo>
                  <a:pt x="13229" y="11381"/>
                </a:lnTo>
                <a:lnTo>
                  <a:pt x="13192" y="11737"/>
                </a:lnTo>
                <a:lnTo>
                  <a:pt x="13151" y="12091"/>
                </a:lnTo>
                <a:lnTo>
                  <a:pt x="13106" y="12444"/>
                </a:lnTo>
                <a:lnTo>
                  <a:pt x="13058" y="12795"/>
                </a:lnTo>
                <a:lnTo>
                  <a:pt x="13008" y="13146"/>
                </a:lnTo>
                <a:lnTo>
                  <a:pt x="12955" y="13495"/>
                </a:lnTo>
                <a:lnTo>
                  <a:pt x="12900" y="13844"/>
                </a:lnTo>
                <a:lnTo>
                  <a:pt x="12844" y="14193"/>
                </a:lnTo>
                <a:lnTo>
                  <a:pt x="12674" y="15238"/>
                </a:lnTo>
                <a:lnTo>
                  <a:pt x="12618" y="15588"/>
                </a:lnTo>
                <a:lnTo>
                  <a:pt x="12564" y="15938"/>
                </a:lnTo>
                <a:lnTo>
                  <a:pt x="12512" y="16289"/>
                </a:lnTo>
                <a:lnTo>
                  <a:pt x="12463" y="16641"/>
                </a:lnTo>
                <a:lnTo>
                  <a:pt x="12416" y="16995"/>
                </a:lnTo>
                <a:lnTo>
                  <a:pt x="12373" y="17350"/>
                </a:lnTo>
                <a:lnTo>
                  <a:pt x="12335" y="17707"/>
                </a:lnTo>
                <a:lnTo>
                  <a:pt x="12301" y="18066"/>
                </a:lnTo>
                <a:lnTo>
                  <a:pt x="12272" y="18428"/>
                </a:lnTo>
                <a:lnTo>
                  <a:pt x="12392" y="18140"/>
                </a:lnTo>
                <a:lnTo>
                  <a:pt x="12512" y="17855"/>
                </a:lnTo>
                <a:lnTo>
                  <a:pt x="12633" y="17570"/>
                </a:lnTo>
                <a:lnTo>
                  <a:pt x="12754" y="17288"/>
                </a:lnTo>
                <a:lnTo>
                  <a:pt x="12876" y="17008"/>
                </a:lnTo>
                <a:lnTo>
                  <a:pt x="12998" y="16730"/>
                </a:lnTo>
                <a:lnTo>
                  <a:pt x="13121" y="16455"/>
                </a:lnTo>
                <a:lnTo>
                  <a:pt x="13244" y="16183"/>
                </a:lnTo>
                <a:lnTo>
                  <a:pt x="13369" y="15913"/>
                </a:lnTo>
                <a:lnTo>
                  <a:pt x="13495" y="15647"/>
                </a:lnTo>
                <a:lnTo>
                  <a:pt x="13621" y="15384"/>
                </a:lnTo>
                <a:lnTo>
                  <a:pt x="13749" y="15124"/>
                </a:lnTo>
                <a:lnTo>
                  <a:pt x="13877" y="14869"/>
                </a:lnTo>
                <a:lnTo>
                  <a:pt x="14007" y="14617"/>
                </a:lnTo>
                <a:lnTo>
                  <a:pt x="14138" y="14369"/>
                </a:lnTo>
                <a:lnTo>
                  <a:pt x="14271" y="14126"/>
                </a:lnTo>
                <a:lnTo>
                  <a:pt x="14405" y="13888"/>
                </a:lnTo>
                <a:lnTo>
                  <a:pt x="14540" y="13654"/>
                </a:lnTo>
                <a:lnTo>
                  <a:pt x="14677" y="13425"/>
                </a:lnTo>
                <a:lnTo>
                  <a:pt x="14816" y="13201"/>
                </a:lnTo>
                <a:lnTo>
                  <a:pt x="14957" y="12983"/>
                </a:lnTo>
                <a:lnTo>
                  <a:pt x="15099" y="12771"/>
                </a:lnTo>
                <a:lnTo>
                  <a:pt x="15243" y="12564"/>
                </a:lnTo>
                <a:lnTo>
                  <a:pt x="15390" y="12363"/>
                </a:lnTo>
                <a:lnTo>
                  <a:pt x="15538" y="12169"/>
                </a:lnTo>
                <a:lnTo>
                  <a:pt x="15688" y="11981"/>
                </a:lnTo>
                <a:lnTo>
                  <a:pt x="15841" y="11800"/>
                </a:lnTo>
                <a:lnTo>
                  <a:pt x="15996" y="11625"/>
                </a:lnTo>
                <a:lnTo>
                  <a:pt x="16153" y="11458"/>
                </a:lnTo>
                <a:lnTo>
                  <a:pt x="16313" y="11298"/>
                </a:lnTo>
                <a:lnTo>
                  <a:pt x="16475" y="11145"/>
                </a:lnTo>
                <a:lnTo>
                  <a:pt x="16640" y="11000"/>
                </a:lnTo>
                <a:lnTo>
                  <a:pt x="16807" y="10863"/>
                </a:lnTo>
                <a:lnTo>
                  <a:pt x="17033" y="10714"/>
                </a:lnTo>
                <a:lnTo>
                  <a:pt x="17148" y="10677"/>
                </a:lnTo>
                <a:lnTo>
                  <a:pt x="17265" y="10681"/>
                </a:lnTo>
                <a:lnTo>
                  <a:pt x="17441" y="10780"/>
                </a:lnTo>
                <a:lnTo>
                  <a:pt x="17608" y="10942"/>
                </a:lnTo>
                <a:lnTo>
                  <a:pt x="17920" y="11269"/>
                </a:lnTo>
                <a:lnTo>
                  <a:pt x="18076" y="11435"/>
                </a:lnTo>
                <a:lnTo>
                  <a:pt x="18232" y="11603"/>
                </a:lnTo>
                <a:lnTo>
                  <a:pt x="18386" y="11773"/>
                </a:lnTo>
                <a:lnTo>
                  <a:pt x="18540" y="11946"/>
                </a:lnTo>
                <a:lnTo>
                  <a:pt x="18693" y="12123"/>
                </a:lnTo>
                <a:lnTo>
                  <a:pt x="18845" y="12304"/>
                </a:lnTo>
                <a:lnTo>
                  <a:pt x="18996" y="12489"/>
                </a:lnTo>
                <a:lnTo>
                  <a:pt x="19145" y="12679"/>
                </a:lnTo>
                <a:lnTo>
                  <a:pt x="19292" y="12875"/>
                </a:lnTo>
                <a:lnTo>
                  <a:pt x="19437" y="13077"/>
                </a:lnTo>
                <a:lnTo>
                  <a:pt x="19581" y="13285"/>
                </a:lnTo>
                <a:lnTo>
                  <a:pt x="19722" y="13500"/>
                </a:lnTo>
                <a:lnTo>
                  <a:pt x="19861" y="13722"/>
                </a:lnTo>
                <a:lnTo>
                  <a:pt x="19997" y="13953"/>
                </a:lnTo>
                <a:lnTo>
                  <a:pt x="20130" y="14192"/>
                </a:lnTo>
                <a:lnTo>
                  <a:pt x="20260" y="14441"/>
                </a:lnTo>
                <a:lnTo>
                  <a:pt x="20387" y="14699"/>
                </a:lnTo>
                <a:lnTo>
                  <a:pt x="20510" y="14966"/>
                </a:lnTo>
                <a:lnTo>
                  <a:pt x="20628" y="15241"/>
                </a:lnTo>
                <a:lnTo>
                  <a:pt x="20741" y="15526"/>
                </a:lnTo>
                <a:lnTo>
                  <a:pt x="20850" y="15818"/>
                </a:lnTo>
                <a:lnTo>
                  <a:pt x="20953" y="16119"/>
                </a:lnTo>
                <a:lnTo>
                  <a:pt x="21050" y="16428"/>
                </a:lnTo>
                <a:lnTo>
                  <a:pt x="21140" y="16745"/>
                </a:lnTo>
                <a:lnTo>
                  <a:pt x="21224" y="17069"/>
                </a:lnTo>
                <a:lnTo>
                  <a:pt x="21301" y="17401"/>
                </a:lnTo>
                <a:lnTo>
                  <a:pt x="21370" y="17740"/>
                </a:lnTo>
                <a:lnTo>
                  <a:pt x="21431" y="18086"/>
                </a:lnTo>
                <a:lnTo>
                  <a:pt x="21484" y="18439"/>
                </a:lnTo>
                <a:lnTo>
                  <a:pt x="21528" y="18798"/>
                </a:lnTo>
                <a:lnTo>
                  <a:pt x="21562" y="19151"/>
                </a:lnTo>
                <a:lnTo>
                  <a:pt x="21585" y="19508"/>
                </a:lnTo>
                <a:lnTo>
                  <a:pt x="21598" y="19867"/>
                </a:lnTo>
                <a:lnTo>
                  <a:pt x="21597" y="20226"/>
                </a:lnTo>
                <a:lnTo>
                  <a:pt x="21583" y="20582"/>
                </a:lnTo>
                <a:lnTo>
                  <a:pt x="21553" y="20934"/>
                </a:lnTo>
                <a:lnTo>
                  <a:pt x="21507" y="21277"/>
                </a:lnTo>
                <a:lnTo>
                  <a:pt x="21446" y="21597"/>
                </a:lnTo>
                <a:close/>
              </a:path>
            </a:pathLst>
          </a:custGeom>
          <a:solidFill>
            <a:srgbClr val="F5F4EC"/>
          </a:solidFill>
          <a:ln cmpd="sng" cap="flat">
            <a:noFill/>
            <a:prstDash val="solid"/>
            <a:miter/>
          </a:ln>
        </p:spPr>
      </p:sp>
      <p:pic>
        <p:nvPicPr>
          <p:cNvPr id="16" name="图片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3679546" y="0"/>
            <a:ext cx="4608453" cy="513395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7" name="文本框"/>
          <p:cNvSpPr>
            <a:spLocks noGrp="1"/>
          </p:cNvSpPr>
          <p:nvPr>
            <p:ph type="title"/>
          </p:nvPr>
        </p:nvSpPr>
        <p:spPr>
          <a:xfrm rot="0">
            <a:off x="1021357" y="466214"/>
            <a:ext cx="10715626" cy="9297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3066923" indent="-3054985" algn="l">
              <a:lnSpc>
                <a:spcPct val="11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5200" b="0" i="0" u="none" strike="noStrike" kern="0" cap="none" spc="-480" baseline="0">
                <a:solidFill>
                  <a:schemeClr val="bg1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N.B.K.R.INSTITUTE </a:t>
            </a:r>
            <a:r>
              <a:rPr lang="en-US" altLang="zh-CN" sz="5200" b="0" i="0" u="none" strike="noStrike" kern="0" cap="none" spc="-400" baseline="0">
                <a:solidFill>
                  <a:schemeClr val="bg1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OF</a:t>
            </a:r>
            <a:r>
              <a:rPr lang="en-US" altLang="zh-CN" sz="5200" b="0" i="0" u="none" strike="noStrike" kern="0" cap="none" spc="-480" baseline="0">
                <a:solidFill>
                  <a:schemeClr val="bg1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5200" b="0" i="0" u="none" strike="noStrike" kern="0" cap="none" spc="-465" baseline="0">
                <a:solidFill>
                  <a:schemeClr val="bg1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SCIENCE</a:t>
            </a:r>
            <a:r>
              <a:rPr lang="en-US" altLang="zh-CN" sz="5200" b="0" i="0" u="none" strike="noStrike" kern="0" cap="none" spc="-475" baseline="0">
                <a:solidFill>
                  <a:schemeClr val="bg1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5200" b="0" i="0" u="none" strike="noStrike" kern="0" cap="none" spc="-1255" baseline="0">
                <a:solidFill>
                  <a:schemeClr val="bg1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&amp; </a:t>
            </a:r>
            <a:r>
              <a:rPr lang="en-US" altLang="zh-CN" sz="5200" b="0" i="0" u="none" strike="noStrike" kern="0" cap="none" spc="-500" baseline="0">
                <a:solidFill>
                  <a:schemeClr val="bg1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TECHNOLOGY</a:t>
            </a:r>
            <a:endParaRPr lang="zh-CN" altLang="en-US" sz="5200" b="0" i="0" u="none" strike="noStrike" kern="0" cap="none" spc="0" baseline="0">
              <a:solidFill>
                <a:schemeClr val="bg1"/>
              </a:solidFill>
              <a:latin typeface="Arial Black" pitchFamily="0" charset="0"/>
              <a:ea typeface="宋体" pitchFamily="0" charset="0"/>
              <a:cs typeface="Arial Black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442889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曲线"/>
          <p:cNvSpPr>
            <a:spLocks/>
          </p:cNvSpPr>
          <p:nvPr/>
        </p:nvSpPr>
        <p:spPr>
          <a:xfrm rot="0">
            <a:off x="15560606" y="8378724"/>
            <a:ext cx="2727960" cy="190881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8747" y="21593"/>
                </a:moveTo>
                <a:lnTo>
                  <a:pt x="0" y="21593"/>
                </a:lnTo>
                <a:lnTo>
                  <a:pt x="159" y="21157"/>
                </a:lnTo>
                <a:lnTo>
                  <a:pt x="351" y="20643"/>
                </a:lnTo>
                <a:lnTo>
                  <a:pt x="546" y="20132"/>
                </a:lnTo>
                <a:lnTo>
                  <a:pt x="745" y="19623"/>
                </a:lnTo>
                <a:lnTo>
                  <a:pt x="948" y="19118"/>
                </a:lnTo>
                <a:lnTo>
                  <a:pt x="1205" y="18546"/>
                </a:lnTo>
                <a:lnTo>
                  <a:pt x="1545" y="18089"/>
                </a:lnTo>
                <a:lnTo>
                  <a:pt x="1878" y="17897"/>
                </a:lnTo>
                <a:lnTo>
                  <a:pt x="2235" y="17859"/>
                </a:lnTo>
                <a:lnTo>
                  <a:pt x="2605" y="17937"/>
                </a:lnTo>
                <a:lnTo>
                  <a:pt x="2973" y="18094"/>
                </a:lnTo>
                <a:lnTo>
                  <a:pt x="3327" y="18293"/>
                </a:lnTo>
                <a:lnTo>
                  <a:pt x="7760" y="20975"/>
                </a:lnTo>
                <a:lnTo>
                  <a:pt x="8747" y="21593"/>
                </a:lnTo>
                <a:lnTo>
                  <a:pt x="8747" y="21593"/>
                </a:lnTo>
              </a:path>
              <a:path w="21600" h="21600">
                <a:moveTo>
                  <a:pt x="21595" y="21593"/>
                </a:moveTo>
                <a:lnTo>
                  <a:pt x="15158" y="21593"/>
                </a:lnTo>
                <a:lnTo>
                  <a:pt x="15046" y="21051"/>
                </a:lnTo>
                <a:lnTo>
                  <a:pt x="14939" y="20507"/>
                </a:lnTo>
                <a:lnTo>
                  <a:pt x="14839" y="19960"/>
                </a:lnTo>
                <a:lnTo>
                  <a:pt x="14744" y="19412"/>
                </a:lnTo>
                <a:lnTo>
                  <a:pt x="14656" y="18861"/>
                </a:lnTo>
                <a:lnTo>
                  <a:pt x="14573" y="18308"/>
                </a:lnTo>
                <a:lnTo>
                  <a:pt x="14497" y="17754"/>
                </a:lnTo>
                <a:lnTo>
                  <a:pt x="14428" y="17201"/>
                </a:lnTo>
                <a:lnTo>
                  <a:pt x="14367" y="16646"/>
                </a:lnTo>
                <a:lnTo>
                  <a:pt x="14316" y="16087"/>
                </a:lnTo>
                <a:lnTo>
                  <a:pt x="14276" y="15528"/>
                </a:lnTo>
                <a:lnTo>
                  <a:pt x="14250" y="14967"/>
                </a:lnTo>
                <a:lnTo>
                  <a:pt x="14239" y="14407"/>
                </a:lnTo>
                <a:lnTo>
                  <a:pt x="14245" y="13849"/>
                </a:lnTo>
                <a:lnTo>
                  <a:pt x="14270" y="13293"/>
                </a:lnTo>
                <a:lnTo>
                  <a:pt x="14316" y="12741"/>
                </a:lnTo>
                <a:lnTo>
                  <a:pt x="14384" y="12194"/>
                </a:lnTo>
                <a:lnTo>
                  <a:pt x="14477" y="11651"/>
                </a:lnTo>
                <a:lnTo>
                  <a:pt x="14595" y="11119"/>
                </a:lnTo>
                <a:lnTo>
                  <a:pt x="14735" y="10601"/>
                </a:lnTo>
                <a:lnTo>
                  <a:pt x="14896" y="10095"/>
                </a:lnTo>
                <a:lnTo>
                  <a:pt x="15075" y="9602"/>
                </a:lnTo>
                <a:lnTo>
                  <a:pt x="15272" y="9119"/>
                </a:lnTo>
                <a:lnTo>
                  <a:pt x="15482" y="8648"/>
                </a:lnTo>
                <a:lnTo>
                  <a:pt x="15706" y="8186"/>
                </a:lnTo>
                <a:lnTo>
                  <a:pt x="15940" y="7733"/>
                </a:lnTo>
                <a:lnTo>
                  <a:pt x="16183" y="7288"/>
                </a:lnTo>
                <a:lnTo>
                  <a:pt x="16432" y="6851"/>
                </a:lnTo>
                <a:lnTo>
                  <a:pt x="16686" y="6420"/>
                </a:lnTo>
                <a:lnTo>
                  <a:pt x="16943" y="5995"/>
                </a:lnTo>
                <a:lnTo>
                  <a:pt x="17200" y="5577"/>
                </a:lnTo>
                <a:lnTo>
                  <a:pt x="17460" y="5161"/>
                </a:lnTo>
                <a:lnTo>
                  <a:pt x="17724" y="4748"/>
                </a:lnTo>
                <a:lnTo>
                  <a:pt x="17991" y="4338"/>
                </a:lnTo>
                <a:lnTo>
                  <a:pt x="18262" y="3933"/>
                </a:lnTo>
                <a:lnTo>
                  <a:pt x="18537" y="3533"/>
                </a:lnTo>
                <a:lnTo>
                  <a:pt x="18816" y="3140"/>
                </a:lnTo>
                <a:lnTo>
                  <a:pt x="19100" y="2754"/>
                </a:lnTo>
                <a:lnTo>
                  <a:pt x="19388" y="2376"/>
                </a:lnTo>
                <a:lnTo>
                  <a:pt x="19681" y="2007"/>
                </a:lnTo>
                <a:lnTo>
                  <a:pt x="19979" y="1649"/>
                </a:lnTo>
                <a:lnTo>
                  <a:pt x="20282" y="1301"/>
                </a:lnTo>
                <a:lnTo>
                  <a:pt x="20590" y="965"/>
                </a:lnTo>
                <a:lnTo>
                  <a:pt x="20904" y="642"/>
                </a:lnTo>
                <a:lnTo>
                  <a:pt x="21223" y="333"/>
                </a:lnTo>
                <a:lnTo>
                  <a:pt x="21549" y="39"/>
                </a:lnTo>
                <a:lnTo>
                  <a:pt x="21595" y="0"/>
                </a:lnTo>
                <a:lnTo>
                  <a:pt x="21595" y="21593"/>
                </a:lnTo>
                <a:close/>
              </a:path>
            </a:pathLst>
          </a:custGeom>
          <a:solidFill>
            <a:srgbClr val="F5F4EC"/>
          </a:solidFill>
          <a:ln cmpd="sng" cap="flat">
            <a:noFill/>
            <a:prstDash val="solid"/>
            <a:miter/>
          </a:ln>
        </p:spPr>
      </p:sp>
      <p:sp>
        <p:nvSpPr>
          <p:cNvPr id="19" name="文本框"/>
          <p:cNvSpPr>
            <a:spLocks noGrp="1"/>
          </p:cNvSpPr>
          <p:nvPr>
            <p:ph type="title"/>
          </p:nvPr>
        </p:nvSpPr>
        <p:spPr>
          <a:xfrm rot="0">
            <a:off x="181084" y="411401"/>
            <a:ext cx="5930265" cy="10699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7000" b="0" i="0" u="none" strike="noStrike" kern="0" cap="none" spc="84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Introduction</a:t>
            </a:r>
            <a:r>
              <a:rPr lang="en-US" altLang="zh-CN" sz="7000" b="0" i="0" u="none" strike="noStrike" kern="0" cap="none" spc="58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7000" b="0" i="0" u="none" strike="noStrike" kern="0" cap="none" spc="21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:-</a:t>
            </a:r>
            <a:endParaRPr lang="zh-CN" altLang="en-US" sz="7000" b="0" i="0" u="none" strike="noStrike" kern="0" cap="none" spc="215" baseline="0">
              <a:solidFill>
                <a:schemeClr val="bg1"/>
              </a:solidFill>
              <a:latin typeface="Arial Narrow" pitchFamily="0" charset="0"/>
              <a:ea typeface="宋体" pitchFamily="0" charset="0"/>
              <a:cs typeface="Arial Narrow" pitchFamily="0" charset="0"/>
            </a:endParaRPr>
          </a:p>
        </p:txBody>
      </p:sp>
      <p:sp>
        <p:nvSpPr>
          <p:cNvPr id="20" name="矩形"/>
          <p:cNvSpPr>
            <a:spLocks/>
          </p:cNvSpPr>
          <p:nvPr/>
        </p:nvSpPr>
        <p:spPr>
          <a:xfrm rot="0">
            <a:off x="181084" y="2819891"/>
            <a:ext cx="16391255" cy="674179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065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0" cap="none" spc="24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CONTEXT</a:t>
            </a:r>
            <a:r>
              <a:rPr lang="en-US" altLang="zh-CN" sz="4400" b="0" i="0" u="none" strike="noStrike" kern="0" cap="none" spc="114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 </a:t>
            </a:r>
            <a:r>
              <a:rPr lang="en-US" altLang="zh-CN" sz="4400" b="0" i="0" u="none" strike="noStrike" kern="0" cap="none" spc="105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FOR</a:t>
            </a:r>
            <a:r>
              <a:rPr lang="en-US" altLang="zh-CN" sz="4400" b="0" i="0" u="none" strike="noStrike" kern="0" cap="none" spc="12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 </a:t>
            </a:r>
            <a:r>
              <a:rPr lang="en-US" altLang="zh-CN" sz="4400" b="0" i="0" u="none" strike="noStrike" kern="0" cap="none" spc="13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ECO</a:t>
            </a:r>
            <a:r>
              <a:rPr lang="en-US" altLang="zh-CN" sz="4400" b="0" i="0" u="none" strike="noStrike" kern="0" cap="none" spc="12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 </a:t>
            </a:r>
            <a:r>
              <a:rPr lang="en-US" altLang="zh-CN" sz="4400" b="0" i="0" u="none" strike="noStrike" kern="0" cap="none" spc="29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PACKAGING</a:t>
            </a:r>
            <a:endParaRPr lang="en-US" altLang="zh-CN" sz="4400" b="0" i="0" u="none" strike="noStrike" kern="0" cap="none" spc="0" baseline="0">
              <a:solidFill>
                <a:schemeClr val="tx1"/>
              </a:solidFill>
              <a:latin typeface="Arial Narrow" pitchFamily="0" charset="0"/>
              <a:ea typeface="Droid Sans"/>
              <a:cs typeface="Arial Narrow" pitchFamily="0" charset="0"/>
            </a:endParaRPr>
          </a:p>
          <a:p>
            <a:pPr marL="12700" indent="0" algn="l">
              <a:lnSpc>
                <a:spcPct val="100000"/>
              </a:lnSpc>
              <a:spcBef>
                <a:spcPts val="4645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4400" b="0" i="0" u="none" strike="noStrike" kern="0" cap="none" spc="-2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400" b="1" i="0" u="none" strike="noStrike" kern="0" cap="none" spc="5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growing</a:t>
            </a:r>
            <a:r>
              <a:rPr lang="en-US" altLang="zh-CN" sz="4400" b="1" i="0" u="none" strike="noStrike" kern="0" cap="none" spc="-29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4400" b="1" i="0" u="none" strike="noStrike" kern="0" cap="none" spc="-1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plastic</a:t>
            </a:r>
            <a:r>
              <a:rPr lang="en-US" altLang="zh-CN" sz="4400" b="1" i="0" u="none" strike="noStrike" kern="0" cap="none" spc="-30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4400" b="1" i="0" u="none" strike="noStrike" kern="0" cap="none" spc="-5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pollution</a:t>
            </a:r>
            <a:r>
              <a:rPr lang="en-US" altLang="zh-CN" sz="4400" b="1" i="0" u="none" strike="noStrike" kern="0" cap="none" spc="-27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4400" b="1" i="0" u="none" strike="noStrike" kern="0" cap="none" spc="-2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problem</a:t>
            </a:r>
            <a:r>
              <a:rPr lang="en-US" altLang="zh-CN" sz="4400" b="1" i="0" u="none" strike="noStrike" kern="0" cap="none" spc="-17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4400" b="0" i="0" u="none" strike="noStrike" kern="0" cap="none" spc="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necessitates</a:t>
            </a:r>
            <a:endParaRPr lang="en-US" altLang="zh-CN" sz="44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  <a:p>
            <a:pPr marL="1270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0" cap="none" spc="7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sustainable</a:t>
            </a:r>
            <a:r>
              <a:rPr lang="en-US" altLang="zh-CN" sz="4400" b="0" i="0" u="none" strike="noStrike" kern="0" cap="none" spc="-1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solutions.</a:t>
            </a:r>
            <a:r>
              <a:rPr lang="en-US" altLang="zh-CN" sz="4400" b="0" i="0" u="none" strike="noStrike" kern="0" cap="none" spc="-1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10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Eco-</a:t>
            </a:r>
            <a:r>
              <a:rPr lang="en-US" altLang="zh-CN" sz="44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friendly</a:t>
            </a:r>
            <a:r>
              <a:rPr lang="en-US" altLang="zh-CN" sz="4400" b="0" i="0" u="none" strike="noStrike" kern="0" cap="none" spc="-1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packaging</a:t>
            </a:r>
            <a:r>
              <a:rPr lang="en-US" altLang="zh-CN" sz="4400" b="0" i="0" u="none" strike="noStrike" kern="0" cap="none" spc="-1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12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is</a:t>
            </a:r>
            <a:r>
              <a:rPr lang="en-US" altLang="zh-CN" sz="4400" b="0" i="0" u="none" strike="noStrike" kern="0" cap="none" spc="-1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vital</a:t>
            </a:r>
            <a:r>
              <a:rPr lang="en-US" altLang="zh-CN" sz="4400" b="0" i="0" u="none" strike="noStrike" kern="0" cap="none" spc="-1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for</a:t>
            </a:r>
            <a:r>
              <a:rPr lang="en-US" altLang="zh-CN" sz="4400" b="0" i="0" u="none" strike="noStrike" kern="0" cap="none" spc="-1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4400" b="0" i="0" u="none" strike="noStrike" kern="0" cap="none" spc="-1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food </a:t>
            </a:r>
            <a:r>
              <a:rPr lang="en-US" altLang="zh-CN" sz="4400" b="0" i="0" u="none" strike="noStrike" kern="0" cap="none" spc="7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industry</a:t>
            </a:r>
            <a:r>
              <a:rPr lang="en-US" altLang="zh-CN" sz="4400" b="0" i="0" u="none" strike="noStrike" kern="0" cap="none" spc="-2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to</a:t>
            </a:r>
            <a:r>
              <a:rPr lang="en-US" altLang="zh-CN" sz="4400" b="0" i="0" u="none" strike="noStrike" kern="0" cap="none" spc="-2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reduce</a:t>
            </a:r>
            <a:r>
              <a:rPr lang="en-US" altLang="zh-CN" sz="4400" b="0" i="0" u="none" strike="noStrike" kern="0" cap="none" spc="-1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environmental</a:t>
            </a:r>
            <a:r>
              <a:rPr lang="en-US" altLang="zh-CN" sz="4400" b="0" i="0" u="none" strike="noStrike" kern="0" cap="none" spc="-2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impact.</a:t>
            </a:r>
            <a:endParaRPr lang="en-US" altLang="zh-CN" sz="44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  <a:p>
            <a:pPr marL="12700" indent="157480" algn="l">
              <a:lnSpc>
                <a:spcPts val="644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altLang="zh-CN" sz="4600" b="1" i="0" u="none" strike="noStrike" kern="0" cap="none" spc="-2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Problem</a:t>
            </a:r>
            <a:r>
              <a:rPr lang="en-US" altLang="zh-CN" sz="4600" b="1" i="0" u="none" strike="noStrike" kern="0" cap="none" spc="-30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4600" b="1" i="0" u="none" strike="noStrike" kern="0" cap="none" spc="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Statement</a:t>
            </a:r>
            <a:r>
              <a:rPr lang="en-US" altLang="zh-CN" sz="4600" b="1" i="0" u="none" strike="noStrike" kern="0" cap="none" spc="-17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4600" b="0" i="0" u="none" strike="noStrike" kern="0" cap="none" spc="1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-</a:t>
            </a:r>
            <a:r>
              <a:rPr lang="en-US" altLang="zh-CN" sz="4600" b="0" i="0" u="none" strike="noStrike" kern="0" cap="none" spc="-21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600" b="0" i="0" u="none" strike="noStrike" kern="0" cap="none" spc="10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Plastic</a:t>
            </a:r>
            <a:r>
              <a:rPr lang="en-US" altLang="zh-CN" sz="4600" b="0" i="0" u="none" strike="noStrike" kern="0" cap="none" spc="-21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600" b="0" i="0" u="none" strike="noStrike" kern="0" cap="none" spc="9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causes</a:t>
            </a:r>
            <a:r>
              <a:rPr lang="en-US" altLang="zh-CN" sz="4600" b="0" i="0" u="none" strike="noStrike" kern="0" cap="none" spc="-21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600" b="0" i="0" u="none" strike="noStrike" kern="0" cap="none" spc="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pollution</a:t>
            </a:r>
            <a:r>
              <a:rPr lang="en-US" altLang="zh-CN" sz="4600" b="0" i="0" u="none" strike="noStrike" kern="0" cap="none" spc="-22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600" b="0" i="0" u="none" strike="noStrike" kern="0" cap="none" spc="1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-</a:t>
            </a:r>
            <a:r>
              <a:rPr lang="en-US" altLang="zh-CN" sz="4600" b="0" i="0" u="none" strike="noStrike" kern="0" cap="none" spc="-21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6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Existing </a:t>
            </a:r>
            <a:r>
              <a:rPr lang="en-US" altLang="zh-CN" sz="4600" b="0" i="0" u="none" strike="noStrike" kern="0" cap="none" spc="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packaging</a:t>
            </a:r>
            <a:r>
              <a:rPr lang="en-US" altLang="zh-CN" sz="4600" b="0" i="0" u="none" strike="noStrike" kern="0" cap="none" spc="-1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600" b="0" i="0" u="none" strike="noStrike" kern="0" cap="none" spc="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fails</a:t>
            </a:r>
            <a:r>
              <a:rPr lang="en-US" altLang="zh-CN" sz="4600" b="0" i="0" u="none" strike="noStrike" kern="0" cap="none" spc="-1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6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with</a:t>
            </a:r>
            <a:r>
              <a:rPr lang="en-US" altLang="zh-CN" sz="4600" b="0" i="0" u="none" strike="noStrike" kern="0" cap="none" spc="-1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600" b="0" i="0" u="none" strike="noStrike" kern="0" cap="none" spc="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hot</a:t>
            </a:r>
            <a:r>
              <a:rPr lang="en-US" altLang="zh-CN" sz="4600" b="0" i="0" u="none" strike="noStrike" kern="0" cap="none" spc="-1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60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food</a:t>
            </a:r>
            <a:r>
              <a:rPr lang="en-US" altLang="zh-CN" sz="4600" b="0" i="0" u="none" strike="noStrike" kern="0" cap="none" spc="-1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600" b="0" i="0" u="none" strike="noStrike" kern="0" cap="none" spc="1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-</a:t>
            </a:r>
            <a:r>
              <a:rPr lang="en-US" altLang="zh-CN" sz="4600" b="0" i="0" u="none" strike="noStrike" kern="0" cap="none" spc="-1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6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Need</a:t>
            </a:r>
            <a:r>
              <a:rPr lang="en-US" altLang="zh-CN" sz="4600" b="0" i="0" u="none" strike="noStrike" kern="0" cap="none" spc="-1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600" b="0" i="0" u="none" strike="noStrike" kern="0" cap="none" spc="1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eco-</a:t>
            </a:r>
            <a:r>
              <a:rPr lang="en-US" altLang="zh-CN" sz="460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friendly</a:t>
            </a:r>
            <a:r>
              <a:rPr lang="en-US" altLang="zh-CN" sz="4600" b="0" i="0" u="none" strike="noStrike" kern="0" cap="none" spc="-1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600" b="0" i="0" u="none" strike="noStrike" kern="0" cap="none" spc="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solution</a:t>
            </a:r>
            <a:endParaRPr lang="en-US" altLang="zh-CN" sz="46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  <a:p>
            <a:pPr marL="12700" indent="154305" algn="l">
              <a:lnSpc>
                <a:spcPts val="6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500" b="1" i="0" u="none" strike="noStrike" kern="0" cap="none" spc="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Solution</a:t>
            </a:r>
            <a:r>
              <a:rPr lang="en-US" altLang="zh-CN" sz="4500" b="1" i="0" u="none" strike="noStrike" kern="0" cap="none" spc="-26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4500" b="1" i="0" u="none" strike="noStrike" kern="0" cap="none" spc="52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/</a:t>
            </a:r>
            <a:r>
              <a:rPr lang="en-US" altLang="zh-CN" sz="4500" b="1" i="0" u="none" strike="noStrike" kern="0" cap="none" spc="-26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4500" b="1" i="0" u="none" strike="noStrike" kern="0" cap="none" spc="17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Idea</a:t>
            </a:r>
            <a:r>
              <a:rPr lang="en-US" altLang="zh-CN" sz="4500" b="1" i="0" u="none" strike="noStrike" kern="0" cap="none" spc="-26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4500" b="1" i="0" u="none" strike="noStrike" kern="0" cap="none" spc="6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-</a:t>
            </a:r>
            <a:r>
              <a:rPr lang="en-US" altLang="zh-CN" sz="4500" b="1" i="0" u="none" strike="noStrike" kern="0" cap="none" spc="-13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4500" b="0" i="0" u="none" strike="noStrike" kern="0" cap="none" spc="8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Use</a:t>
            </a:r>
            <a:r>
              <a:rPr lang="en-US" altLang="zh-CN" sz="4500" b="0" i="0" u="none" strike="noStrike" kern="0" cap="none" spc="-1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5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sweet</a:t>
            </a:r>
            <a:r>
              <a:rPr lang="en-US" altLang="zh-CN" sz="4500" b="0" i="0" u="none" strike="noStrike" kern="0" cap="none" spc="-1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500" b="0" i="0" u="none" strike="noStrike" kern="0" cap="none" spc="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sorghum</a:t>
            </a:r>
            <a:r>
              <a:rPr lang="en-US" altLang="zh-CN" sz="4500" b="0" i="0" u="none" strike="noStrike" kern="0" cap="none" spc="-1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500" b="0" i="0" u="none" strike="noStrike" kern="0" cap="none" spc="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bagasse</a:t>
            </a:r>
            <a:r>
              <a:rPr lang="en-US" altLang="zh-CN" sz="4500" b="0" i="0" u="none" strike="noStrike" kern="0" cap="none" spc="-1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500" b="0" i="0" u="none" strike="noStrike" kern="0" cap="none" spc="1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-</a:t>
            </a:r>
            <a:r>
              <a:rPr lang="en-US" altLang="zh-CN" sz="4500" b="0" i="0" u="none" strike="noStrike" kern="0" cap="none" spc="-1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500" b="0" i="0" u="none" strike="noStrike" kern="0" cap="none" spc="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Biodegradable, </a:t>
            </a:r>
            <a:r>
              <a:rPr lang="en-US" altLang="zh-CN" sz="45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strong,</a:t>
            </a:r>
            <a:r>
              <a:rPr lang="en-US" altLang="zh-CN" sz="4500" b="0" i="0" u="none" strike="noStrike" kern="0" cap="none" spc="-10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500" b="0" i="0" u="none" strike="noStrike" kern="0" cap="none" spc="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leak-</a:t>
            </a:r>
            <a:r>
              <a:rPr lang="en-US" altLang="zh-CN" sz="45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proof</a:t>
            </a:r>
            <a:r>
              <a:rPr lang="en-US" altLang="zh-CN" sz="4500" b="0" i="0" u="none" strike="noStrike" kern="0" cap="none" spc="-9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500" b="0" i="0" u="none" strike="noStrike" kern="0" cap="none" spc="1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-</a:t>
            </a:r>
            <a:r>
              <a:rPr lang="en-US" altLang="zh-CN" sz="4500" b="0" i="0" u="none" strike="noStrike" kern="0" cap="none" spc="-10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50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Replaces</a:t>
            </a:r>
            <a:r>
              <a:rPr lang="en-US" altLang="zh-CN" sz="4500" b="0" i="0" u="none" strike="noStrike" kern="0" cap="none" spc="-9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500" b="0" i="0" u="none" strike="noStrike" kern="0" cap="none" spc="10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plastic</a:t>
            </a:r>
            <a:r>
              <a:rPr lang="en-US" altLang="zh-CN" sz="4500" b="0" i="0" u="none" strike="noStrike" kern="0" cap="none" spc="-10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500" b="0" i="0" u="none" strike="noStrike" kern="0" cap="none" spc="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containers</a:t>
            </a:r>
            <a:endParaRPr lang="zh-CN" altLang="en-US" sz="45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pic>
        <p:nvPicPr>
          <p:cNvPr id="21" name="图片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4476488" y="0"/>
            <a:ext cx="3809999" cy="5140665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768650290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"/>
          <p:cNvGrpSpPr>
            <a:grpSpLocks/>
          </p:cNvGrpSpPr>
          <p:nvPr/>
        </p:nvGrpSpPr>
        <p:grpSpPr>
          <a:xfrm>
            <a:off x="5727820" y="0"/>
            <a:ext cx="12560178" cy="5248290"/>
            <a:chOff x="5727820" y="0"/>
            <a:chExt cx="12560178" cy="5248290"/>
          </a:xfrm>
        </p:grpSpPr>
        <p:sp>
          <p:nvSpPr>
            <p:cNvPr id="22" name="曲线"/>
            <p:cNvSpPr>
              <a:spLocks/>
            </p:cNvSpPr>
            <p:nvPr/>
          </p:nvSpPr>
          <p:spPr>
            <a:xfrm rot="0">
              <a:off x="5727820" y="0"/>
              <a:ext cx="6883399" cy="62674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21490" y="1221"/>
                  </a:lnTo>
                  <a:lnTo>
                    <a:pt x="21374" y="2488"/>
                  </a:lnTo>
                  <a:lnTo>
                    <a:pt x="21255" y="3737"/>
                  </a:lnTo>
                  <a:lnTo>
                    <a:pt x="21139" y="4890"/>
                  </a:lnTo>
                  <a:lnTo>
                    <a:pt x="21019" y="5998"/>
                  </a:lnTo>
                  <a:lnTo>
                    <a:pt x="20897" y="7058"/>
                  </a:lnTo>
                  <a:lnTo>
                    <a:pt x="20772" y="8066"/>
                  </a:lnTo>
                  <a:lnTo>
                    <a:pt x="20643" y="9019"/>
                  </a:lnTo>
                  <a:lnTo>
                    <a:pt x="20511" y="9915"/>
                  </a:lnTo>
                  <a:lnTo>
                    <a:pt x="20376" y="10749"/>
                  </a:lnTo>
                  <a:lnTo>
                    <a:pt x="20237" y="11519"/>
                  </a:lnTo>
                  <a:lnTo>
                    <a:pt x="20094" y="12221"/>
                  </a:lnTo>
                  <a:lnTo>
                    <a:pt x="19947" y="12853"/>
                  </a:lnTo>
                  <a:lnTo>
                    <a:pt x="19797" y="13410"/>
                  </a:lnTo>
                  <a:lnTo>
                    <a:pt x="19496" y="14336"/>
                  </a:lnTo>
                  <a:lnTo>
                    <a:pt x="18769" y="16699"/>
                  </a:lnTo>
                  <a:lnTo>
                    <a:pt x="18622" y="17152"/>
                  </a:lnTo>
                  <a:lnTo>
                    <a:pt x="18476" y="17581"/>
                  </a:lnTo>
                  <a:lnTo>
                    <a:pt x="18328" y="17980"/>
                  </a:lnTo>
                  <a:lnTo>
                    <a:pt x="18179" y="18343"/>
                  </a:lnTo>
                  <a:lnTo>
                    <a:pt x="18029" y="18662"/>
                  </a:lnTo>
                  <a:lnTo>
                    <a:pt x="17878" y="18947"/>
                  </a:lnTo>
                  <a:lnTo>
                    <a:pt x="17727" y="19209"/>
                  </a:lnTo>
                  <a:lnTo>
                    <a:pt x="17577" y="19445"/>
                  </a:lnTo>
                  <a:lnTo>
                    <a:pt x="17426" y="19649"/>
                  </a:lnTo>
                  <a:lnTo>
                    <a:pt x="17276" y="19818"/>
                  </a:lnTo>
                  <a:lnTo>
                    <a:pt x="17125" y="19946"/>
                  </a:lnTo>
                  <a:lnTo>
                    <a:pt x="16974" y="20029"/>
                  </a:lnTo>
                  <a:lnTo>
                    <a:pt x="16822" y="20062"/>
                  </a:lnTo>
                  <a:lnTo>
                    <a:pt x="16670" y="20042"/>
                  </a:lnTo>
                  <a:lnTo>
                    <a:pt x="16518" y="19963"/>
                  </a:lnTo>
                  <a:lnTo>
                    <a:pt x="16364" y="19821"/>
                  </a:lnTo>
                  <a:lnTo>
                    <a:pt x="16189" y="19724"/>
                  </a:lnTo>
                  <a:lnTo>
                    <a:pt x="16015" y="19791"/>
                  </a:lnTo>
                  <a:lnTo>
                    <a:pt x="15842" y="19967"/>
                  </a:lnTo>
                  <a:lnTo>
                    <a:pt x="15669" y="20198"/>
                  </a:lnTo>
                  <a:lnTo>
                    <a:pt x="15550" y="20376"/>
                  </a:lnTo>
                  <a:lnTo>
                    <a:pt x="15310" y="20801"/>
                  </a:lnTo>
                  <a:lnTo>
                    <a:pt x="15190" y="20979"/>
                  </a:lnTo>
                  <a:lnTo>
                    <a:pt x="15028" y="21185"/>
                  </a:lnTo>
                  <a:lnTo>
                    <a:pt x="14866" y="21350"/>
                  </a:lnTo>
                  <a:lnTo>
                    <a:pt x="14705" y="21473"/>
                  </a:lnTo>
                  <a:lnTo>
                    <a:pt x="14544" y="21554"/>
                  </a:lnTo>
                  <a:lnTo>
                    <a:pt x="14383" y="21593"/>
                  </a:lnTo>
                  <a:lnTo>
                    <a:pt x="14223" y="21589"/>
                  </a:lnTo>
                  <a:lnTo>
                    <a:pt x="14063" y="21542"/>
                  </a:lnTo>
                  <a:lnTo>
                    <a:pt x="13903" y="21452"/>
                  </a:lnTo>
                  <a:lnTo>
                    <a:pt x="13744" y="21319"/>
                  </a:lnTo>
                  <a:lnTo>
                    <a:pt x="13585" y="21141"/>
                  </a:lnTo>
                  <a:lnTo>
                    <a:pt x="13426" y="20920"/>
                  </a:lnTo>
                  <a:lnTo>
                    <a:pt x="13268" y="20654"/>
                  </a:lnTo>
                  <a:lnTo>
                    <a:pt x="13110" y="20344"/>
                  </a:lnTo>
                  <a:lnTo>
                    <a:pt x="12952" y="19988"/>
                  </a:lnTo>
                  <a:lnTo>
                    <a:pt x="12795" y="19587"/>
                  </a:lnTo>
                  <a:lnTo>
                    <a:pt x="12495" y="18752"/>
                  </a:lnTo>
                  <a:lnTo>
                    <a:pt x="12208" y="18028"/>
                  </a:lnTo>
                  <a:lnTo>
                    <a:pt x="11917" y="17356"/>
                  </a:lnTo>
                  <a:lnTo>
                    <a:pt x="11004" y="15361"/>
                  </a:lnTo>
                  <a:lnTo>
                    <a:pt x="10843" y="14994"/>
                  </a:lnTo>
                  <a:lnTo>
                    <a:pt x="10695" y="14621"/>
                  </a:lnTo>
                  <a:lnTo>
                    <a:pt x="10389" y="13927"/>
                  </a:lnTo>
                  <a:lnTo>
                    <a:pt x="10070" y="13230"/>
                  </a:lnTo>
                  <a:lnTo>
                    <a:pt x="9908" y="12855"/>
                  </a:lnTo>
                  <a:lnTo>
                    <a:pt x="9745" y="12448"/>
                  </a:lnTo>
                  <a:lnTo>
                    <a:pt x="9581" y="11998"/>
                  </a:lnTo>
                  <a:lnTo>
                    <a:pt x="9417" y="11496"/>
                  </a:lnTo>
                  <a:lnTo>
                    <a:pt x="9254" y="10930"/>
                  </a:lnTo>
                  <a:lnTo>
                    <a:pt x="9093" y="10290"/>
                  </a:lnTo>
                  <a:lnTo>
                    <a:pt x="8942" y="10062"/>
                  </a:lnTo>
                  <a:lnTo>
                    <a:pt x="8491" y="9252"/>
                  </a:lnTo>
                  <a:lnTo>
                    <a:pt x="8341" y="9001"/>
                  </a:lnTo>
                  <a:lnTo>
                    <a:pt x="8189" y="8788"/>
                  </a:lnTo>
                  <a:lnTo>
                    <a:pt x="8038" y="8631"/>
                  </a:lnTo>
                  <a:lnTo>
                    <a:pt x="7885" y="8548"/>
                  </a:lnTo>
                  <a:lnTo>
                    <a:pt x="7731" y="8557"/>
                  </a:lnTo>
                  <a:lnTo>
                    <a:pt x="7576" y="8675"/>
                  </a:lnTo>
                  <a:lnTo>
                    <a:pt x="7415" y="8824"/>
                  </a:lnTo>
                  <a:lnTo>
                    <a:pt x="7254" y="8948"/>
                  </a:lnTo>
                  <a:lnTo>
                    <a:pt x="6929" y="9137"/>
                  </a:lnTo>
                  <a:lnTo>
                    <a:pt x="6117" y="9458"/>
                  </a:lnTo>
                  <a:lnTo>
                    <a:pt x="5951" y="9571"/>
                  </a:lnTo>
                  <a:lnTo>
                    <a:pt x="5785" y="9766"/>
                  </a:lnTo>
                  <a:lnTo>
                    <a:pt x="5620" y="10036"/>
                  </a:lnTo>
                  <a:lnTo>
                    <a:pt x="5456" y="10371"/>
                  </a:lnTo>
                  <a:lnTo>
                    <a:pt x="5292" y="10763"/>
                  </a:lnTo>
                  <a:lnTo>
                    <a:pt x="5143" y="11147"/>
                  </a:lnTo>
                  <a:lnTo>
                    <a:pt x="4993" y="11513"/>
                  </a:lnTo>
                  <a:lnTo>
                    <a:pt x="4843" y="11855"/>
                  </a:lnTo>
                  <a:lnTo>
                    <a:pt x="4692" y="12165"/>
                  </a:lnTo>
                  <a:lnTo>
                    <a:pt x="4541" y="12439"/>
                  </a:lnTo>
                  <a:lnTo>
                    <a:pt x="4390" y="12668"/>
                  </a:lnTo>
                  <a:lnTo>
                    <a:pt x="4238" y="12848"/>
                  </a:lnTo>
                  <a:lnTo>
                    <a:pt x="4085" y="12972"/>
                  </a:lnTo>
                  <a:lnTo>
                    <a:pt x="3932" y="13033"/>
                  </a:lnTo>
                  <a:lnTo>
                    <a:pt x="3779" y="13026"/>
                  </a:lnTo>
                  <a:lnTo>
                    <a:pt x="3636" y="13086"/>
                  </a:lnTo>
                  <a:lnTo>
                    <a:pt x="3501" y="13387"/>
                  </a:lnTo>
                  <a:lnTo>
                    <a:pt x="3375" y="13937"/>
                  </a:lnTo>
                  <a:lnTo>
                    <a:pt x="3256" y="14745"/>
                  </a:lnTo>
                  <a:lnTo>
                    <a:pt x="3115" y="15783"/>
                  </a:lnTo>
                  <a:lnTo>
                    <a:pt x="2965" y="16601"/>
                  </a:lnTo>
                  <a:lnTo>
                    <a:pt x="2808" y="17232"/>
                  </a:lnTo>
                  <a:lnTo>
                    <a:pt x="2648" y="17710"/>
                  </a:lnTo>
                  <a:lnTo>
                    <a:pt x="2487" y="18068"/>
                  </a:lnTo>
                  <a:lnTo>
                    <a:pt x="2335" y="18366"/>
                  </a:lnTo>
                  <a:lnTo>
                    <a:pt x="2184" y="18589"/>
                  </a:lnTo>
                  <a:lnTo>
                    <a:pt x="2034" y="18728"/>
                  </a:lnTo>
                  <a:lnTo>
                    <a:pt x="1886" y="18773"/>
                  </a:lnTo>
                  <a:lnTo>
                    <a:pt x="1739" y="18714"/>
                  </a:lnTo>
                  <a:lnTo>
                    <a:pt x="1594" y="18541"/>
                  </a:lnTo>
                  <a:lnTo>
                    <a:pt x="1450" y="18244"/>
                  </a:lnTo>
                  <a:lnTo>
                    <a:pt x="1309" y="17814"/>
                  </a:lnTo>
                  <a:lnTo>
                    <a:pt x="1170" y="17240"/>
                  </a:lnTo>
                  <a:lnTo>
                    <a:pt x="1033" y="16514"/>
                  </a:lnTo>
                  <a:lnTo>
                    <a:pt x="898" y="15625"/>
                  </a:lnTo>
                  <a:lnTo>
                    <a:pt x="766" y="14563"/>
                  </a:lnTo>
                  <a:lnTo>
                    <a:pt x="635" y="13267"/>
                  </a:lnTo>
                  <a:lnTo>
                    <a:pt x="517" y="11851"/>
                  </a:lnTo>
                  <a:lnTo>
                    <a:pt x="415" y="10312"/>
                  </a:lnTo>
                  <a:lnTo>
                    <a:pt x="329" y="8643"/>
                  </a:lnTo>
                  <a:lnTo>
                    <a:pt x="262" y="7064"/>
                  </a:lnTo>
                  <a:lnTo>
                    <a:pt x="197" y="5475"/>
                  </a:lnTo>
                  <a:lnTo>
                    <a:pt x="135" y="3874"/>
                  </a:lnTo>
                  <a:lnTo>
                    <a:pt x="75" y="2261"/>
                  </a:lnTo>
                  <a:lnTo>
                    <a:pt x="20" y="635"/>
                  </a:ln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75C3D"/>
            </a:solidFill>
            <a:ln cmpd="sng" cap="flat">
              <a:noFill/>
              <a:prstDash val="solid"/>
              <a:miter/>
            </a:ln>
          </p:spPr>
        </p:sp>
        <p:pic>
          <p:nvPicPr>
            <p:cNvPr id="23" name="图片"/>
            <p:cNvPicPr>
              <a:picLocks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 rot="0">
              <a:off x="12069897" y="0"/>
              <a:ext cx="6218101" cy="524829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</p:grpSp>
      <p:sp>
        <p:nvSpPr>
          <p:cNvPr id="25" name="文本框"/>
          <p:cNvSpPr>
            <a:spLocks noGrp="1"/>
          </p:cNvSpPr>
          <p:nvPr>
            <p:ph type="title"/>
          </p:nvPr>
        </p:nvSpPr>
        <p:spPr>
          <a:xfrm rot="0">
            <a:off x="169856" y="847182"/>
            <a:ext cx="9928225" cy="214820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36830" rIns="0" bIns="0" anchor="t" anchorCtr="0">
            <a:prstTxWarp prst="textNoShape"/>
            <a:spAutoFit/>
          </a:bodyPr>
          <a:lstStyle/>
          <a:p>
            <a:pPr marL="2871978" indent="-2860040" algn="l">
              <a:lnSpc>
                <a:spcPts val="8310"/>
              </a:lnSpc>
              <a:spcBef>
                <a:spcPts val="290"/>
              </a:spcBef>
              <a:spcAft>
                <a:spcPts val="0"/>
              </a:spcAft>
              <a:buNone/>
            </a:pPr>
            <a:r>
              <a:rPr lang="en-US" altLang="zh-CN" sz="7000" b="0" i="0" u="none" strike="noStrike" kern="0" cap="none" spc="66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Challenges</a:t>
            </a:r>
            <a:r>
              <a:rPr lang="en-US" altLang="zh-CN" sz="7000" b="0" i="0" u="none" strike="noStrike" kern="0" cap="none" spc="58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7000" b="0" i="0" u="none" strike="noStrike" kern="0" cap="none" spc="82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with</a:t>
            </a:r>
            <a:r>
              <a:rPr lang="en-US" altLang="zh-CN" sz="7000" b="0" i="0" u="none" strike="noStrike" kern="0" cap="none" spc="58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7000" b="0" i="0" u="none" strike="noStrike" kern="0" cap="none" spc="75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Current </a:t>
            </a:r>
            <a:r>
              <a:rPr lang="en-US" altLang="zh-CN" sz="7000" b="0" i="0" u="none" strike="noStrike" kern="0" cap="none" spc="65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Packaging</a:t>
            </a:r>
            <a:endParaRPr lang="zh-CN" altLang="en-US" sz="7000" b="0" i="0" u="none" strike="noStrike" kern="0" cap="none" spc="655" baseline="0">
              <a:solidFill>
                <a:schemeClr val="bg1"/>
              </a:solidFill>
              <a:latin typeface="Arial Narrow" pitchFamily="0" charset="0"/>
              <a:ea typeface="宋体" pitchFamily="0" charset="0"/>
              <a:cs typeface="Arial Narrow" pitchFamily="0" charset="0"/>
            </a:endParaRPr>
          </a:p>
        </p:txBody>
      </p:sp>
      <p:sp>
        <p:nvSpPr>
          <p:cNvPr id="26" name="矩形"/>
          <p:cNvSpPr>
            <a:spLocks/>
          </p:cNvSpPr>
          <p:nvPr/>
        </p:nvSpPr>
        <p:spPr>
          <a:xfrm rot="0">
            <a:off x="1730975" y="3779411"/>
            <a:ext cx="1986279" cy="1193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900" b="0" i="0" u="none" strike="noStrike" kern="0" cap="none" spc="275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PLASTIC</a:t>
            </a:r>
            <a:endParaRPr lang="zh-CN" altLang="en-US" sz="3900" b="0" i="0" u="none" strike="noStrike" kern="0" cap="none" spc="0" baseline="0">
              <a:solidFill>
                <a:schemeClr val="tx1"/>
              </a:solidFill>
              <a:latin typeface="Arial Narrow" pitchFamily="0" charset="0"/>
              <a:ea typeface="Droid Sans"/>
              <a:cs typeface="Arial Narrow" pitchFamily="0" charset="0"/>
            </a:endParaRPr>
          </a:p>
        </p:txBody>
      </p:sp>
      <p:sp>
        <p:nvSpPr>
          <p:cNvPr id="27" name="矩形"/>
          <p:cNvSpPr>
            <a:spLocks/>
          </p:cNvSpPr>
          <p:nvPr/>
        </p:nvSpPr>
        <p:spPr>
          <a:xfrm rot="0">
            <a:off x="204440" y="4817476"/>
            <a:ext cx="5039994" cy="31616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065" indent="-635" algn="ctr">
              <a:lnSpc>
                <a:spcPct val="11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0" cap="none" spc="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Plastic</a:t>
            </a:r>
            <a:r>
              <a:rPr lang="en-US" altLang="zh-CN" sz="3600" b="0" i="0" u="none" strike="noStrike" kern="0" cap="none" spc="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materials</a:t>
            </a:r>
            <a:r>
              <a:rPr lang="en-US" altLang="zh-CN" sz="3600" b="0" i="0" u="none" strike="noStrike" kern="0" cap="none" spc="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cause </a:t>
            </a:r>
            <a:r>
              <a:rPr lang="en-US" altLang="zh-CN" sz="36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severe</a:t>
            </a:r>
            <a:r>
              <a:rPr lang="en-US" altLang="zh-CN" sz="3600" b="0" i="0" u="none" strike="noStrike" kern="0" cap="none" spc="-1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600" b="1" i="0" u="none" strike="noStrike" kern="0" cap="none" spc="-1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environmental </a:t>
            </a:r>
            <a:r>
              <a:rPr lang="en-US" altLang="zh-CN" sz="3600" b="1" i="0" u="none" strike="noStrike" kern="0" cap="none" spc="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damage</a:t>
            </a:r>
            <a:r>
              <a:rPr lang="en-US" altLang="zh-CN" sz="36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, </a:t>
            </a:r>
            <a:r>
              <a:rPr lang="en-US" altLang="zh-CN" sz="360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contributing</a:t>
            </a:r>
            <a:r>
              <a:rPr lang="en-US" altLang="zh-CN" sz="36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to </a:t>
            </a:r>
            <a:r>
              <a:rPr lang="en-US" altLang="zh-CN" sz="360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pollution</a:t>
            </a:r>
            <a:r>
              <a:rPr lang="en-US" altLang="zh-CN" sz="3600" b="0" i="0" u="none" strike="noStrike" kern="0" cap="none" spc="-10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and</a:t>
            </a:r>
            <a:r>
              <a:rPr lang="en-US" altLang="zh-CN" sz="3600" b="0" i="0" u="none" strike="noStrike" kern="0" cap="none" spc="-9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harming </a:t>
            </a:r>
            <a:r>
              <a:rPr lang="en-US" altLang="zh-CN" sz="36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wildlife</a:t>
            </a:r>
            <a:r>
              <a:rPr lang="en-US" altLang="zh-CN" sz="3600" b="0" i="0" u="none" strike="noStrike" kern="0" cap="none" spc="-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in</a:t>
            </a:r>
            <a:r>
              <a:rPr lang="en-US" altLang="zh-CN" sz="3600" b="0" i="0" u="none" strike="noStrike" kern="0" cap="none" spc="-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ecosystems </a:t>
            </a:r>
            <a:r>
              <a:rPr lang="en-US" altLang="zh-CN" sz="36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around</a:t>
            </a:r>
            <a:r>
              <a:rPr lang="en-US" altLang="zh-CN" sz="3600" b="0" i="0" u="none" strike="noStrike" kern="0" cap="none" spc="-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3600" b="0" i="0" u="none" strike="noStrike" kern="0" cap="none" spc="-2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world.</a:t>
            </a:r>
            <a:endParaRPr lang="zh-CN" altLang="en-US" sz="36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 rot="0">
            <a:off x="6067492" y="4574398"/>
            <a:ext cx="5383530" cy="431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4000" b="0" i="0" u="none" strike="noStrike" kern="0" cap="none" spc="135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PAPER</a:t>
            </a:r>
            <a:endParaRPr lang="en-US" altLang="zh-CN" sz="4000" b="0" i="0" u="none" strike="noStrike" kern="0" cap="none" spc="0" baseline="0">
              <a:solidFill>
                <a:schemeClr val="tx1"/>
              </a:solidFill>
              <a:latin typeface="Arial Narrow" pitchFamily="0" charset="0"/>
              <a:ea typeface="Droid Sans"/>
              <a:cs typeface="Arial Narrow" pitchFamily="0" charset="0"/>
            </a:endParaRPr>
          </a:p>
          <a:p>
            <a:pPr marL="12700" indent="0" algn="ctr">
              <a:lnSpc>
                <a:spcPct val="116000"/>
              </a:lnSpc>
              <a:spcBef>
                <a:spcPts val="3470"/>
              </a:spcBef>
              <a:spcAft>
                <a:spcPts val="0"/>
              </a:spcAft>
              <a:buNone/>
            </a:pP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Traditional</a:t>
            </a:r>
            <a:r>
              <a:rPr lang="en-US" altLang="zh-CN" sz="3700" b="0" i="0" u="none" strike="noStrike" kern="0" cap="none" spc="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paper </a:t>
            </a:r>
            <a:r>
              <a:rPr lang="en-US" altLang="zh-CN" sz="3700" b="0" i="0" u="none" strike="noStrike" kern="0" cap="none" spc="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products</a:t>
            </a:r>
            <a:r>
              <a:rPr lang="en-US" altLang="zh-CN" sz="3700" b="0" i="0" u="none" strike="noStrike" kern="0" cap="none" spc="-18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often</a:t>
            </a:r>
            <a:r>
              <a:rPr lang="en-US" altLang="zh-CN" sz="3700" b="0" i="0" u="none" strike="noStrike" kern="0" cap="none" spc="-18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1" i="0" u="none" strike="noStrike" kern="0" cap="none" spc="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leak</a:t>
            </a:r>
            <a:r>
              <a:rPr lang="en-US" altLang="zh-CN" sz="3700" b="1" i="0" u="none" strike="noStrike" kern="0" cap="none" spc="-14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700" b="0" i="0" u="none" strike="noStrike" kern="0" cap="none" spc="-2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when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used</a:t>
            </a:r>
            <a:r>
              <a:rPr lang="en-US" altLang="zh-CN" sz="3700" b="0" i="0" u="none" strike="noStrike" kern="0" cap="none" spc="-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with</a:t>
            </a:r>
            <a:r>
              <a:rPr lang="en-US" altLang="zh-CN" sz="3700" b="0" i="0" u="none" strike="noStrike" kern="0" cap="none" spc="-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hot</a:t>
            </a:r>
            <a:r>
              <a:rPr lang="en-US" altLang="zh-CN" sz="3700" b="0" i="0" u="none" strike="noStrike" kern="0" cap="none" spc="-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food, </a:t>
            </a:r>
            <a:r>
              <a:rPr lang="en-US" altLang="zh-CN" sz="3700" b="0" i="0" u="none" strike="noStrike" kern="0" cap="none" spc="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limiting</a:t>
            </a:r>
            <a:r>
              <a:rPr lang="en-US" altLang="zh-CN" sz="3700" b="0" i="0" u="none" strike="noStrike" kern="0" cap="none" spc="-1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their</a:t>
            </a:r>
            <a:r>
              <a:rPr lang="en-US" altLang="zh-CN" sz="3700" b="0" i="0" u="none" strike="noStrike" kern="0" cap="none" spc="-1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usability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and</a:t>
            </a:r>
            <a:r>
              <a:rPr lang="en-US" altLang="zh-CN" sz="3700" b="0" i="0" u="none" strike="noStrike" kern="0" cap="none" spc="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effectiveness</a:t>
            </a:r>
            <a:r>
              <a:rPr lang="en-US" altLang="zh-CN" sz="3700" b="0" i="0" u="none" strike="noStrike" kern="0" cap="none" spc="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in</a:t>
            </a:r>
            <a:r>
              <a:rPr lang="en-US" altLang="zh-CN" sz="3700" b="0" i="0" u="none" strike="noStrike" kern="0" cap="none" spc="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-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food</a:t>
            </a:r>
            <a:r>
              <a:rPr lang="en-US" altLang="zh-CN" sz="3700" b="0" i="0" u="none" strike="noStrike" kern="0" cap="none" spc="-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industry.</a:t>
            </a:r>
            <a:endParaRPr lang="zh-CN" altLang="en-US" sz="37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29" name="矩形"/>
          <p:cNvSpPr>
            <a:spLocks/>
          </p:cNvSpPr>
          <p:nvPr/>
        </p:nvSpPr>
        <p:spPr>
          <a:xfrm rot="0">
            <a:off x="12452366" y="5657138"/>
            <a:ext cx="5453379" cy="338963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700" b="0" i="0" u="none" strike="noStrike" kern="0" cap="none" spc="21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ALTERNATIVES</a:t>
            </a:r>
            <a:endParaRPr lang="en-US" altLang="zh-CN" sz="3700" b="0" i="0" u="none" strike="noStrike" kern="0" cap="none" spc="0" baseline="0">
              <a:solidFill>
                <a:schemeClr val="tx1"/>
              </a:solidFill>
              <a:latin typeface="Arial Narrow" pitchFamily="0" charset="0"/>
              <a:ea typeface="Droid Sans"/>
              <a:cs typeface="Arial Narrow" pitchFamily="0" charset="0"/>
            </a:endParaRPr>
          </a:p>
          <a:p>
            <a:pPr marL="12700" indent="0" algn="ctr">
              <a:lnSpc>
                <a:spcPct val="115000"/>
              </a:lnSpc>
              <a:spcBef>
                <a:spcPts val="3534"/>
              </a:spcBef>
              <a:spcAft>
                <a:spcPts val="0"/>
              </a:spcAft>
              <a:buNone/>
            </a:pPr>
            <a:r>
              <a:rPr lang="en-US" altLang="zh-CN" sz="34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There</a:t>
            </a:r>
            <a:r>
              <a:rPr lang="en-US" altLang="zh-CN" sz="3400" b="0" i="0" u="none" strike="noStrike" kern="0" cap="none" spc="-1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is</a:t>
            </a:r>
            <a:r>
              <a:rPr lang="en-US" altLang="zh-CN" sz="3400" b="0" i="0" u="none" strike="noStrike" kern="0" cap="none" spc="-1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</a:t>
            </a:r>
            <a:r>
              <a:rPr lang="en-US" altLang="zh-CN" sz="3400" b="0" i="0" u="none" strike="noStrike" kern="0" cap="none" spc="-1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significant</a:t>
            </a:r>
            <a:r>
              <a:rPr lang="en-US" altLang="zh-CN" sz="3400" b="0" i="0" u="none" strike="noStrike" kern="0" cap="none" spc="-1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400" b="1" i="0" u="none" strike="noStrike" kern="0" cap="none" spc="-1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lack</a:t>
            </a:r>
            <a:r>
              <a:rPr lang="en-US" altLang="zh-CN" sz="3400" b="1" i="0" u="none" strike="noStrike" kern="0" cap="none" spc="-21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400" b="1" i="0" u="none" strike="noStrike" kern="0" cap="none" spc="-2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of </a:t>
            </a:r>
            <a:r>
              <a:rPr lang="en-US" altLang="zh-CN" sz="3400" b="1" i="0" u="none" strike="noStrike" kern="0" cap="none" spc="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strong</a:t>
            </a:r>
            <a:r>
              <a:rPr lang="en-US" altLang="zh-CN" sz="34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,</a:t>
            </a:r>
            <a:r>
              <a:rPr lang="en-US" altLang="zh-CN" sz="3400" b="0" i="0" u="none" strike="noStrike" kern="0" cap="none" spc="-2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biodegradable </a:t>
            </a:r>
            <a:r>
              <a:rPr lang="en-US" altLang="zh-CN" sz="34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alternatives</a:t>
            </a:r>
            <a:r>
              <a:rPr lang="en-US" altLang="zh-CN" sz="3400" b="0" i="0" u="none" strike="noStrike" kern="0" cap="none" spc="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in</a:t>
            </a:r>
            <a:r>
              <a:rPr lang="en-US" altLang="zh-CN" sz="3400" b="0" i="0" u="none" strike="noStrike" kern="0" cap="none" spc="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34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market, </a:t>
            </a:r>
            <a:r>
              <a:rPr lang="en-US" altLang="zh-CN" sz="34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creating</a:t>
            </a:r>
            <a:r>
              <a:rPr lang="en-US" altLang="zh-CN" sz="3400" b="0" i="0" u="none" strike="noStrike" kern="0" cap="none" spc="-1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</a:t>
            </a:r>
            <a:r>
              <a:rPr lang="en-US" altLang="zh-CN" sz="34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need</a:t>
            </a:r>
            <a:r>
              <a:rPr lang="en-US" altLang="zh-CN" sz="34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-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for </a:t>
            </a:r>
            <a:r>
              <a:rPr lang="en-US" altLang="zh-CN" sz="34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innovative</a:t>
            </a:r>
            <a:r>
              <a:rPr lang="en-US" altLang="zh-CN" sz="3400" b="0" i="0" u="none" strike="noStrike" kern="0" cap="none" spc="-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packaging solutions.</a:t>
            </a:r>
            <a:endParaRPr lang="zh-CN" altLang="en-US" sz="34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101836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8824112" y="2529135"/>
            <a:ext cx="9463886" cy="617219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1" name="矩形"/>
          <p:cNvSpPr>
            <a:spLocks/>
          </p:cNvSpPr>
          <p:nvPr/>
        </p:nvSpPr>
        <p:spPr>
          <a:xfrm rot="0">
            <a:off x="304142" y="3373849"/>
            <a:ext cx="7638414" cy="44059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500" b="1" i="0" u="none" strike="noStrike" kern="0" cap="none" spc="-1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ECO-</a:t>
            </a:r>
            <a:r>
              <a:rPr lang="en-US" altLang="zh-CN" sz="3500" b="1" i="0" u="none" strike="noStrike" kern="0" cap="none" spc="-2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FRIENDLY</a:t>
            </a:r>
            <a:r>
              <a:rPr lang="en-US" altLang="zh-CN" sz="3500" b="1" i="0" u="none" strike="noStrike" kern="0" cap="none" spc="-15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500" b="1" i="0" u="none" strike="noStrike" kern="0" cap="none" spc="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AND</a:t>
            </a:r>
            <a:r>
              <a:rPr lang="en-US" altLang="zh-CN" sz="3500" b="1" i="0" u="none" strike="noStrike" kern="0" cap="none" spc="-15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500" b="1" i="0" u="none" strike="noStrike" kern="0" cap="none" spc="-1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BIODEGRADABLE</a:t>
            </a:r>
            <a:endParaRPr lang="en-US" altLang="zh-CN" sz="3500" b="0" i="0" u="none" strike="noStrike" kern="0" cap="none" spc="0" baseline="0">
              <a:solidFill>
                <a:schemeClr val="tx1"/>
              </a:solidFill>
              <a:latin typeface="Trebuchet MS" pitchFamily="0" charset="0"/>
              <a:ea typeface="Droid Sans"/>
              <a:cs typeface="Trebuchet MS" pitchFamily="0" charset="0"/>
            </a:endParaRPr>
          </a:p>
          <a:p>
            <a:pPr marL="266700" indent="0" algn="l">
              <a:lnSpc>
                <a:spcPct val="116999"/>
              </a:lnSpc>
              <a:spcBef>
                <a:spcPts val="3265"/>
              </a:spcBef>
              <a:spcAft>
                <a:spcPts val="0"/>
              </a:spcAft>
              <a:buNone/>
            </a:pPr>
            <a:r>
              <a:rPr lang="en-US" altLang="zh-CN" sz="3900" b="0" i="0" u="none" strike="noStrike" kern="0" cap="none" spc="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Sorghu-</a:t>
            </a:r>
            <a:r>
              <a:rPr lang="en-US" altLang="zh-CN" sz="3900" b="0" i="0" u="none" strike="noStrike" kern="0" cap="none" spc="8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Shield</a:t>
            </a:r>
            <a:r>
              <a:rPr lang="en-US" altLang="zh-CN" sz="3900" b="0" i="0" u="none" strike="noStrike" kern="0" cap="none" spc="-1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900" b="0" i="0" u="none" strike="noStrike" kern="0" cap="none" spc="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utilizes</a:t>
            </a:r>
            <a:r>
              <a:rPr lang="en-US" altLang="zh-CN" sz="3900" b="0" i="0" u="none" strike="noStrike" kern="0" cap="none" spc="-12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900" b="1" i="0" u="none" strike="noStrike" kern="0" cap="none" spc="-1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sweet </a:t>
            </a:r>
            <a:r>
              <a:rPr lang="en-US" altLang="zh-CN" sz="3900" b="1" i="0" u="none" strike="noStrike" kern="0" cap="none" spc="9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sorghum</a:t>
            </a:r>
            <a:r>
              <a:rPr lang="en-US" altLang="zh-CN" sz="3900" b="1" i="0" u="none" strike="noStrike" kern="0" cap="none" spc="-22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900" b="1" i="0" u="none" strike="noStrike" kern="0" cap="none" spc="16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bagasse</a:t>
            </a:r>
            <a:r>
              <a:rPr lang="en-US" altLang="zh-CN" sz="3900" b="1" i="0" u="none" strike="noStrike" kern="0" cap="none" spc="-10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900" b="0" i="0" u="none" strike="noStrike" kern="0" cap="none" spc="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to</a:t>
            </a:r>
            <a:r>
              <a:rPr lang="en-US" altLang="zh-CN" sz="3900" b="0" i="0" u="none" strike="noStrike" kern="0" cap="none" spc="-1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9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create </a:t>
            </a:r>
            <a:r>
              <a:rPr lang="en-US" altLang="zh-CN" sz="39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strong,</a:t>
            </a:r>
            <a:r>
              <a:rPr lang="en-US" altLang="zh-CN" sz="3900" b="0" i="0" u="none" strike="noStrike" kern="0" cap="none" spc="-1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900" b="0" i="0" u="none" strike="noStrike" kern="0" cap="none" spc="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leak-</a:t>
            </a:r>
            <a:r>
              <a:rPr lang="en-US" altLang="zh-CN" sz="390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proof</a:t>
            </a:r>
            <a:r>
              <a:rPr lang="en-US" altLang="zh-CN" sz="3900" b="0" i="0" u="none" strike="noStrike" kern="0" cap="none" spc="-1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90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containers, offering</a:t>
            </a:r>
            <a:r>
              <a:rPr lang="en-US" altLang="zh-CN" sz="3900" b="0" i="0" u="none" strike="noStrike" kern="0" cap="none" spc="-1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9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</a:t>
            </a:r>
            <a:r>
              <a:rPr lang="en-US" altLang="zh-CN" sz="3900" b="0" i="0" u="none" strike="noStrike" kern="0" cap="none" spc="-1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900" b="0" i="0" u="none" strike="noStrike" kern="0" cap="none" spc="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sustainable</a:t>
            </a:r>
            <a:r>
              <a:rPr lang="en-US" altLang="zh-CN" sz="3900" b="0" i="0" u="none" strike="noStrike" kern="0" cap="none" spc="-1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900" b="0" i="0" u="none" strike="noStrike" kern="0" cap="none" spc="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alternative </a:t>
            </a:r>
            <a:r>
              <a:rPr lang="en-US" altLang="zh-CN" sz="3900" b="0" i="0" u="none" strike="noStrike" kern="0" cap="none" spc="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to</a:t>
            </a:r>
            <a:r>
              <a:rPr lang="en-US" altLang="zh-CN" sz="3900" b="0" i="0" u="none" strike="noStrike" kern="0" cap="none" spc="-1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90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conventional</a:t>
            </a:r>
            <a:r>
              <a:rPr lang="en-US" altLang="zh-CN" sz="3900" b="0" i="0" u="none" strike="noStrike" kern="0" cap="none" spc="-1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900" b="0" i="0" u="none" strike="noStrike" kern="0" cap="none" spc="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plastic </a:t>
            </a:r>
            <a:r>
              <a:rPr lang="en-US" altLang="zh-CN" sz="3900" b="0" i="0" u="none" strike="noStrike" kern="0" cap="none" spc="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packaging.</a:t>
            </a:r>
            <a:endParaRPr lang="zh-CN" altLang="en-US" sz="39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32" name="文本框"/>
          <p:cNvSpPr>
            <a:spLocks noGrp="1"/>
          </p:cNvSpPr>
          <p:nvPr>
            <p:ph type="title"/>
          </p:nvPr>
        </p:nvSpPr>
        <p:spPr>
          <a:xfrm rot="0">
            <a:off x="169856" y="-87852"/>
            <a:ext cx="17683284" cy="24684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58708" rIns="0" bIns="0" anchor="t" anchorCtr="0">
            <a:prstTxWarp prst="textNoShape"/>
            <a:spAutoFit/>
          </a:bodyPr>
          <a:lstStyle/>
          <a:p>
            <a:pPr marL="146685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6000" b="0" i="0" u="none" strike="noStrike" kern="0" cap="none" spc="71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Introducing</a:t>
            </a:r>
            <a:r>
              <a:rPr lang="en-US" altLang="zh-CN" sz="6000" b="0" i="0" u="none" strike="noStrike" kern="0" cap="none" spc="53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6000" b="0" i="0" u="none" strike="noStrike" kern="0" cap="none" spc="57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Sorghu-</a:t>
            </a:r>
            <a:r>
              <a:rPr lang="en-US" altLang="zh-CN" sz="6000" b="0" i="0" u="none" strike="noStrike" kern="0" cap="none" spc="47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Shield:</a:t>
            </a:r>
            <a:r>
              <a:rPr lang="en-US" altLang="zh-CN" sz="6000" b="0" i="0" u="none" strike="noStrike" kern="0" cap="none" spc="53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6000" b="0" i="0" u="none" strike="noStrike" kern="0" cap="none" spc="53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Sustainable</a:t>
            </a:r>
            <a:r>
              <a:rPr lang="en-US" altLang="zh-CN" sz="6000" b="0" i="0" u="none" strike="noStrike" kern="0" cap="none" spc="53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6000" b="0" i="0" u="none" strike="noStrike" kern="0" cap="none" spc="55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Packaging </a:t>
            </a:r>
            <a:r>
              <a:rPr lang="en-US" altLang="zh-CN" sz="6000" b="0" i="0" u="none" strike="noStrike" kern="0" cap="none" spc="64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Solution</a:t>
            </a:r>
            <a:endParaRPr lang="zh-CN" altLang="en-US" sz="6000" b="0" i="0" u="none" strike="noStrike" kern="0" cap="none" spc="0" baseline="0">
              <a:solidFill>
                <a:schemeClr val="bg1"/>
              </a:solidFill>
              <a:latin typeface="Arial Narrow" pitchFamily="0" charset="0"/>
              <a:ea typeface="宋体" pitchFamily="0" charset="0"/>
              <a:cs typeface="Arial Narrow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806308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曲线"/>
          <p:cNvSpPr>
            <a:spLocks/>
          </p:cNvSpPr>
          <p:nvPr/>
        </p:nvSpPr>
        <p:spPr>
          <a:xfrm rot="0">
            <a:off x="5727820" y="0"/>
            <a:ext cx="6883399" cy="62674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21490" y="1221"/>
                </a:lnTo>
                <a:lnTo>
                  <a:pt x="21374" y="2488"/>
                </a:lnTo>
                <a:lnTo>
                  <a:pt x="21255" y="3737"/>
                </a:lnTo>
                <a:lnTo>
                  <a:pt x="21139" y="4890"/>
                </a:lnTo>
                <a:lnTo>
                  <a:pt x="21019" y="5998"/>
                </a:lnTo>
                <a:lnTo>
                  <a:pt x="20897" y="7058"/>
                </a:lnTo>
                <a:lnTo>
                  <a:pt x="20772" y="8066"/>
                </a:lnTo>
                <a:lnTo>
                  <a:pt x="20643" y="9019"/>
                </a:lnTo>
                <a:lnTo>
                  <a:pt x="20511" y="9915"/>
                </a:lnTo>
                <a:lnTo>
                  <a:pt x="20376" y="10749"/>
                </a:lnTo>
                <a:lnTo>
                  <a:pt x="20237" y="11519"/>
                </a:lnTo>
                <a:lnTo>
                  <a:pt x="20094" y="12221"/>
                </a:lnTo>
                <a:lnTo>
                  <a:pt x="19947" y="12853"/>
                </a:lnTo>
                <a:lnTo>
                  <a:pt x="19797" y="13410"/>
                </a:lnTo>
                <a:lnTo>
                  <a:pt x="19496" y="14336"/>
                </a:lnTo>
                <a:lnTo>
                  <a:pt x="18769" y="16699"/>
                </a:lnTo>
                <a:lnTo>
                  <a:pt x="18622" y="17152"/>
                </a:lnTo>
                <a:lnTo>
                  <a:pt x="18476" y="17581"/>
                </a:lnTo>
                <a:lnTo>
                  <a:pt x="18328" y="17980"/>
                </a:lnTo>
                <a:lnTo>
                  <a:pt x="18179" y="18343"/>
                </a:lnTo>
                <a:lnTo>
                  <a:pt x="18029" y="18662"/>
                </a:lnTo>
                <a:lnTo>
                  <a:pt x="17878" y="18947"/>
                </a:lnTo>
                <a:lnTo>
                  <a:pt x="17727" y="19209"/>
                </a:lnTo>
                <a:lnTo>
                  <a:pt x="17577" y="19445"/>
                </a:lnTo>
                <a:lnTo>
                  <a:pt x="17426" y="19649"/>
                </a:lnTo>
                <a:lnTo>
                  <a:pt x="17276" y="19818"/>
                </a:lnTo>
                <a:lnTo>
                  <a:pt x="17125" y="19946"/>
                </a:lnTo>
                <a:lnTo>
                  <a:pt x="16974" y="20029"/>
                </a:lnTo>
                <a:lnTo>
                  <a:pt x="16822" y="20062"/>
                </a:lnTo>
                <a:lnTo>
                  <a:pt x="16670" y="20042"/>
                </a:lnTo>
                <a:lnTo>
                  <a:pt x="16518" y="19963"/>
                </a:lnTo>
                <a:lnTo>
                  <a:pt x="16364" y="19821"/>
                </a:lnTo>
                <a:lnTo>
                  <a:pt x="16189" y="19724"/>
                </a:lnTo>
                <a:lnTo>
                  <a:pt x="16015" y="19791"/>
                </a:lnTo>
                <a:lnTo>
                  <a:pt x="15842" y="19967"/>
                </a:lnTo>
                <a:lnTo>
                  <a:pt x="15669" y="20198"/>
                </a:lnTo>
                <a:lnTo>
                  <a:pt x="15550" y="20376"/>
                </a:lnTo>
                <a:lnTo>
                  <a:pt x="15310" y="20801"/>
                </a:lnTo>
                <a:lnTo>
                  <a:pt x="15190" y="20979"/>
                </a:lnTo>
                <a:lnTo>
                  <a:pt x="15028" y="21185"/>
                </a:lnTo>
                <a:lnTo>
                  <a:pt x="14866" y="21350"/>
                </a:lnTo>
                <a:lnTo>
                  <a:pt x="14705" y="21473"/>
                </a:lnTo>
                <a:lnTo>
                  <a:pt x="14544" y="21554"/>
                </a:lnTo>
                <a:lnTo>
                  <a:pt x="14383" y="21593"/>
                </a:lnTo>
                <a:lnTo>
                  <a:pt x="14223" y="21589"/>
                </a:lnTo>
                <a:lnTo>
                  <a:pt x="14063" y="21542"/>
                </a:lnTo>
                <a:lnTo>
                  <a:pt x="13903" y="21452"/>
                </a:lnTo>
                <a:lnTo>
                  <a:pt x="13744" y="21319"/>
                </a:lnTo>
                <a:lnTo>
                  <a:pt x="13585" y="21141"/>
                </a:lnTo>
                <a:lnTo>
                  <a:pt x="13426" y="20920"/>
                </a:lnTo>
                <a:lnTo>
                  <a:pt x="13268" y="20654"/>
                </a:lnTo>
                <a:lnTo>
                  <a:pt x="13110" y="20344"/>
                </a:lnTo>
                <a:lnTo>
                  <a:pt x="12952" y="19988"/>
                </a:lnTo>
                <a:lnTo>
                  <a:pt x="12795" y="19587"/>
                </a:lnTo>
                <a:lnTo>
                  <a:pt x="12495" y="18752"/>
                </a:lnTo>
                <a:lnTo>
                  <a:pt x="12208" y="18028"/>
                </a:lnTo>
                <a:lnTo>
                  <a:pt x="11917" y="17356"/>
                </a:lnTo>
                <a:lnTo>
                  <a:pt x="11004" y="15361"/>
                </a:lnTo>
                <a:lnTo>
                  <a:pt x="10843" y="14994"/>
                </a:lnTo>
                <a:lnTo>
                  <a:pt x="10695" y="14621"/>
                </a:lnTo>
                <a:lnTo>
                  <a:pt x="10389" y="13927"/>
                </a:lnTo>
                <a:lnTo>
                  <a:pt x="10070" y="13230"/>
                </a:lnTo>
                <a:lnTo>
                  <a:pt x="9908" y="12855"/>
                </a:lnTo>
                <a:lnTo>
                  <a:pt x="9745" y="12448"/>
                </a:lnTo>
                <a:lnTo>
                  <a:pt x="9581" y="11998"/>
                </a:lnTo>
                <a:lnTo>
                  <a:pt x="9417" y="11496"/>
                </a:lnTo>
                <a:lnTo>
                  <a:pt x="9254" y="10930"/>
                </a:lnTo>
                <a:lnTo>
                  <a:pt x="9093" y="10290"/>
                </a:lnTo>
                <a:lnTo>
                  <a:pt x="8942" y="10062"/>
                </a:lnTo>
                <a:lnTo>
                  <a:pt x="8491" y="9252"/>
                </a:lnTo>
                <a:lnTo>
                  <a:pt x="8341" y="9001"/>
                </a:lnTo>
                <a:lnTo>
                  <a:pt x="8189" y="8788"/>
                </a:lnTo>
                <a:lnTo>
                  <a:pt x="8038" y="8631"/>
                </a:lnTo>
                <a:lnTo>
                  <a:pt x="7885" y="8548"/>
                </a:lnTo>
                <a:lnTo>
                  <a:pt x="7731" y="8557"/>
                </a:lnTo>
                <a:lnTo>
                  <a:pt x="7576" y="8675"/>
                </a:lnTo>
                <a:lnTo>
                  <a:pt x="7415" y="8824"/>
                </a:lnTo>
                <a:lnTo>
                  <a:pt x="7254" y="8948"/>
                </a:lnTo>
                <a:lnTo>
                  <a:pt x="6929" y="9137"/>
                </a:lnTo>
                <a:lnTo>
                  <a:pt x="6117" y="9458"/>
                </a:lnTo>
                <a:lnTo>
                  <a:pt x="5951" y="9571"/>
                </a:lnTo>
                <a:lnTo>
                  <a:pt x="5785" y="9766"/>
                </a:lnTo>
                <a:lnTo>
                  <a:pt x="5620" y="10036"/>
                </a:lnTo>
                <a:lnTo>
                  <a:pt x="5456" y="10371"/>
                </a:lnTo>
                <a:lnTo>
                  <a:pt x="5292" y="10763"/>
                </a:lnTo>
                <a:lnTo>
                  <a:pt x="5143" y="11147"/>
                </a:lnTo>
                <a:lnTo>
                  <a:pt x="4993" y="11513"/>
                </a:lnTo>
                <a:lnTo>
                  <a:pt x="4843" y="11855"/>
                </a:lnTo>
                <a:lnTo>
                  <a:pt x="4692" y="12165"/>
                </a:lnTo>
                <a:lnTo>
                  <a:pt x="4541" y="12439"/>
                </a:lnTo>
                <a:lnTo>
                  <a:pt x="4390" y="12668"/>
                </a:lnTo>
                <a:lnTo>
                  <a:pt x="4238" y="12848"/>
                </a:lnTo>
                <a:lnTo>
                  <a:pt x="4085" y="12972"/>
                </a:lnTo>
                <a:lnTo>
                  <a:pt x="3932" y="13033"/>
                </a:lnTo>
                <a:lnTo>
                  <a:pt x="3779" y="13026"/>
                </a:lnTo>
                <a:lnTo>
                  <a:pt x="3636" y="13086"/>
                </a:lnTo>
                <a:lnTo>
                  <a:pt x="3501" y="13387"/>
                </a:lnTo>
                <a:lnTo>
                  <a:pt x="3375" y="13937"/>
                </a:lnTo>
                <a:lnTo>
                  <a:pt x="3256" y="14745"/>
                </a:lnTo>
                <a:lnTo>
                  <a:pt x="3115" y="15783"/>
                </a:lnTo>
                <a:lnTo>
                  <a:pt x="2965" y="16601"/>
                </a:lnTo>
                <a:lnTo>
                  <a:pt x="2808" y="17232"/>
                </a:lnTo>
                <a:lnTo>
                  <a:pt x="2648" y="17710"/>
                </a:lnTo>
                <a:lnTo>
                  <a:pt x="2487" y="18068"/>
                </a:lnTo>
                <a:lnTo>
                  <a:pt x="2335" y="18366"/>
                </a:lnTo>
                <a:lnTo>
                  <a:pt x="2184" y="18589"/>
                </a:lnTo>
                <a:lnTo>
                  <a:pt x="2034" y="18728"/>
                </a:lnTo>
                <a:lnTo>
                  <a:pt x="1886" y="18773"/>
                </a:lnTo>
                <a:lnTo>
                  <a:pt x="1739" y="18714"/>
                </a:lnTo>
                <a:lnTo>
                  <a:pt x="1594" y="18541"/>
                </a:lnTo>
                <a:lnTo>
                  <a:pt x="1450" y="18244"/>
                </a:lnTo>
                <a:lnTo>
                  <a:pt x="1309" y="17814"/>
                </a:lnTo>
                <a:lnTo>
                  <a:pt x="1170" y="17240"/>
                </a:lnTo>
                <a:lnTo>
                  <a:pt x="1033" y="16514"/>
                </a:lnTo>
                <a:lnTo>
                  <a:pt x="898" y="15625"/>
                </a:lnTo>
                <a:lnTo>
                  <a:pt x="766" y="14563"/>
                </a:lnTo>
                <a:lnTo>
                  <a:pt x="635" y="13267"/>
                </a:lnTo>
                <a:lnTo>
                  <a:pt x="517" y="11851"/>
                </a:lnTo>
                <a:lnTo>
                  <a:pt x="415" y="10312"/>
                </a:lnTo>
                <a:lnTo>
                  <a:pt x="329" y="8643"/>
                </a:lnTo>
                <a:lnTo>
                  <a:pt x="262" y="7064"/>
                </a:lnTo>
                <a:lnTo>
                  <a:pt x="197" y="5475"/>
                </a:lnTo>
                <a:lnTo>
                  <a:pt x="135" y="3874"/>
                </a:lnTo>
                <a:lnTo>
                  <a:pt x="75" y="2261"/>
                </a:lnTo>
                <a:lnTo>
                  <a:pt x="20" y="635"/>
                </a:ln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875C3D"/>
          </a:solidFill>
          <a:ln cmpd="sng" cap="flat">
            <a:noFill/>
            <a:prstDash val="solid"/>
            <a:miter/>
          </a:ln>
        </p:spPr>
      </p:sp>
      <p:sp>
        <p:nvSpPr>
          <p:cNvPr id="41" name="文本框"/>
          <p:cNvSpPr>
            <a:spLocks noGrp="1"/>
          </p:cNvSpPr>
          <p:nvPr>
            <p:ph type="title"/>
          </p:nvPr>
        </p:nvSpPr>
        <p:spPr>
          <a:xfrm rot="0">
            <a:off x="5777562" y="1472775"/>
            <a:ext cx="6732904" cy="10699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7000" b="0" i="0" u="none" strike="noStrike" kern="0" cap="none" spc="76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Unique</a:t>
            </a:r>
            <a:r>
              <a:rPr lang="en-US" altLang="zh-CN" sz="7000" b="0" i="0" u="none" strike="noStrike" kern="0" cap="none" spc="57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7000" b="0" i="0" u="none" strike="noStrike" kern="0" cap="none" spc="61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Features</a:t>
            </a:r>
            <a:endParaRPr lang="zh-CN" altLang="en-US" sz="7000" b="0" i="0" u="none" strike="noStrike" kern="0" cap="none" spc="610" baseline="0">
              <a:solidFill>
                <a:schemeClr val="bg1"/>
              </a:solidFill>
              <a:latin typeface="Arial Narrow" pitchFamily="0" charset="0"/>
              <a:ea typeface="宋体" pitchFamily="0" charset="0"/>
              <a:cs typeface="Arial Narrow" pitchFamily="0" charset="0"/>
            </a:endParaRPr>
          </a:p>
        </p:txBody>
      </p:sp>
      <p:sp>
        <p:nvSpPr>
          <p:cNvPr id="42" name="矩形"/>
          <p:cNvSpPr>
            <a:spLocks/>
          </p:cNvSpPr>
          <p:nvPr/>
        </p:nvSpPr>
        <p:spPr>
          <a:xfrm rot="0">
            <a:off x="340766" y="2602839"/>
            <a:ext cx="5414645" cy="42767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700" b="0" i="0" u="none" strike="noStrike" kern="0" cap="none" spc="29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INNOVATION</a:t>
            </a:r>
            <a:endParaRPr lang="en-US" altLang="zh-CN" sz="3700" b="0" i="0" u="none" strike="noStrike" kern="0" cap="none" spc="0" baseline="0">
              <a:solidFill>
                <a:schemeClr val="tx1"/>
              </a:solidFill>
              <a:latin typeface="Arial Narrow" pitchFamily="0" charset="0"/>
              <a:ea typeface="Droid Sans"/>
              <a:cs typeface="Arial Narrow" pitchFamily="0" charset="0"/>
            </a:endParaRPr>
          </a:p>
          <a:p>
            <a:pPr marL="12065" indent="0" algn="ctr">
              <a:lnSpc>
                <a:spcPct val="116000"/>
              </a:lnSpc>
              <a:spcBef>
                <a:spcPts val="3484"/>
              </a:spcBef>
              <a:spcAft>
                <a:spcPts val="0"/>
              </a:spcAft>
              <a:buNone/>
            </a:pPr>
            <a:r>
              <a:rPr lang="en-US" altLang="zh-CN" sz="370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Sorghu-</a:t>
            </a:r>
            <a:r>
              <a:rPr lang="en-US" altLang="zh-CN" sz="370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Shield</a:t>
            </a:r>
            <a:r>
              <a:rPr lang="en-US" altLang="zh-CN" sz="3700" b="0" i="0" u="none" strike="noStrike" kern="0" cap="none" spc="-1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represents </a:t>
            </a:r>
            <a:r>
              <a:rPr lang="en-US" altLang="zh-CN" sz="3700" b="1" i="0" u="none" strike="noStrike" kern="0" cap="none" spc="-6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novel</a:t>
            </a:r>
            <a:r>
              <a:rPr lang="en-US" altLang="zh-CN" sz="3700" b="1" i="0" u="none" strike="noStrike" kern="0" cap="none" spc="-22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700" b="1" i="0" u="none" strike="noStrike" kern="0" cap="none" spc="-3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innovation</a:t>
            </a:r>
            <a:r>
              <a:rPr lang="en-US" altLang="zh-CN" sz="3700" b="1" i="0" u="none" strike="noStrike" kern="0" cap="none" spc="-11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in</a:t>
            </a:r>
            <a:r>
              <a:rPr lang="en-US" altLang="zh-CN" sz="3700" b="0" i="0" u="none" strike="noStrike" kern="0" cap="none" spc="-1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eco- </a:t>
            </a:r>
            <a:r>
              <a:rPr lang="en-US" altLang="zh-CN" sz="37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packaging</a:t>
            </a:r>
            <a:r>
              <a:rPr lang="en-US" altLang="zh-CN" sz="3700" b="0" i="0" u="none" strike="noStrike" kern="0" cap="none" spc="-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through</a:t>
            </a:r>
            <a:r>
              <a:rPr lang="en-US" altLang="zh-CN" sz="3700" b="0" i="0" u="none" strike="noStrike" kern="0" cap="none" spc="-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-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use</a:t>
            </a:r>
            <a:r>
              <a:rPr lang="en-US" altLang="zh-CN" sz="3700" b="0" i="0" u="none" strike="noStrike" kern="0" cap="none" spc="-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of</a:t>
            </a:r>
            <a:r>
              <a:rPr lang="en-US" altLang="zh-CN" sz="3700" b="0" i="0" u="none" strike="noStrike" kern="0" cap="none" spc="-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sustainable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sorghum</a:t>
            </a:r>
            <a:r>
              <a:rPr lang="en-US" altLang="zh-CN" sz="3700" b="0" i="0" u="none" strike="noStrike" kern="0" cap="none" spc="-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-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fiber,</a:t>
            </a:r>
            <a:r>
              <a:rPr lang="en-US" altLang="zh-CN" sz="3700" b="0" i="0" u="none" strike="noStrike" kern="0" cap="none" spc="-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reducing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reliance</a:t>
            </a:r>
            <a:r>
              <a:rPr lang="en-US" altLang="zh-CN" sz="37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on</a:t>
            </a:r>
            <a:r>
              <a:rPr lang="en-US" altLang="zh-CN" sz="370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traditional </a:t>
            </a:r>
            <a:r>
              <a:rPr lang="en-US" altLang="zh-CN" sz="37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materials.</a:t>
            </a:r>
            <a:endParaRPr lang="zh-CN" altLang="en-US" sz="37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43" name="矩形"/>
          <p:cNvSpPr>
            <a:spLocks/>
          </p:cNvSpPr>
          <p:nvPr/>
        </p:nvSpPr>
        <p:spPr>
          <a:xfrm rot="0">
            <a:off x="6605090" y="3240990"/>
            <a:ext cx="5078095" cy="492861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700" b="0" i="0" u="none" strike="noStrike" kern="0" cap="none" spc="155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TECHNOLOGY</a:t>
            </a:r>
            <a:endParaRPr lang="en-US" altLang="zh-CN" sz="3700" b="0" i="0" u="none" strike="noStrike" kern="0" cap="none" spc="0" baseline="0">
              <a:solidFill>
                <a:schemeClr val="tx1"/>
              </a:solidFill>
              <a:latin typeface="Arial Narrow" pitchFamily="0" charset="0"/>
              <a:ea typeface="Droid Sans"/>
              <a:cs typeface="Arial Narrow" pitchFamily="0" charset="0"/>
            </a:endParaRPr>
          </a:p>
          <a:p>
            <a:pPr marL="12700" indent="0" algn="ctr">
              <a:lnSpc>
                <a:spcPct val="116000"/>
              </a:lnSpc>
              <a:spcBef>
                <a:spcPts val="3484"/>
              </a:spcBef>
              <a:spcAft>
                <a:spcPts val="0"/>
              </a:spcAft>
              <a:buNone/>
            </a:pP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3700" b="0" i="0" u="none" strike="noStrike" kern="0" cap="none" spc="-1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application</a:t>
            </a:r>
            <a:r>
              <a:rPr lang="en-US" altLang="zh-CN" sz="3700" b="0" i="0" u="none" strike="noStrike" kern="0" cap="none" spc="-1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of</a:t>
            </a:r>
            <a:r>
              <a:rPr lang="en-US" altLang="zh-CN" sz="3700" b="0" i="0" u="none" strike="noStrike" kern="0" cap="none" spc="-1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1" i="0" u="none" strike="noStrike" kern="0" cap="none" spc="4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high- </a:t>
            </a:r>
            <a:r>
              <a:rPr lang="en-US" altLang="zh-CN" sz="3700" b="1" i="0" u="none" strike="noStrike" kern="0" cap="none" spc="-6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temperature</a:t>
            </a:r>
            <a:r>
              <a:rPr lang="en-US" altLang="zh-CN" sz="3700" b="1" i="0" u="none" strike="noStrike" kern="0" cap="none" spc="-18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700" b="1" i="0" u="none" strike="noStrike" kern="0" cap="none" spc="-2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hot </a:t>
            </a:r>
            <a:r>
              <a:rPr lang="en-US" altLang="zh-CN" sz="3700" b="1" i="0" u="none" strike="noStrike" kern="0" cap="none" spc="6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pressing</a:t>
            </a:r>
            <a:r>
              <a:rPr lang="en-US" altLang="zh-CN" sz="3700" b="1" i="0" u="none" strike="noStrike" kern="0" cap="none" spc="-204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700" b="1" i="0" u="none" strike="noStrike" kern="0" cap="none" spc="-1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technology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enhances</a:t>
            </a:r>
            <a:r>
              <a:rPr lang="en-US" altLang="zh-CN" sz="37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37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strength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and</a:t>
            </a:r>
            <a:r>
              <a:rPr lang="en-US" altLang="zh-CN" sz="3700" b="0" i="0" u="none" strike="noStrike" kern="0" cap="none" spc="-8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durability</a:t>
            </a:r>
            <a:r>
              <a:rPr lang="en-US" altLang="zh-CN" sz="3700" b="0" i="0" u="none" strike="noStrike" kern="0" cap="none" spc="-8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-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of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packaging,</a:t>
            </a:r>
            <a:r>
              <a:rPr lang="en-US" altLang="zh-CN" sz="3700" b="0" i="0" u="none" strike="noStrike" kern="0" cap="none" spc="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ensuring</a:t>
            </a:r>
            <a:r>
              <a:rPr lang="en-US" altLang="zh-CN" sz="3700" b="0" i="0" u="none" strike="noStrike" kern="0" cap="none" spc="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it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meets</a:t>
            </a:r>
            <a:r>
              <a:rPr lang="en-US" altLang="zh-CN" sz="3700" b="0" i="0" u="none" strike="noStrike" kern="0" cap="none" spc="-1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food</a:t>
            </a:r>
            <a:r>
              <a:rPr lang="en-US" altLang="zh-CN" sz="37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safety standards.</a:t>
            </a:r>
            <a:endParaRPr lang="zh-CN" altLang="en-US" sz="37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44" name="文本框"/>
          <p:cNvSpPr>
            <a:spLocks noGrp="1"/>
          </p:cNvSpPr>
          <p:nvPr>
            <p:ph type="body" idx="3"/>
          </p:nvPr>
        </p:nvSpPr>
        <p:spPr>
          <a:xfrm rot="0">
            <a:off x="12576522" y="2597688"/>
            <a:ext cx="5327014" cy="47801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0" cap="none" spc="24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BIODEGRADABILITY</a:t>
            </a:r>
            <a:endParaRPr lang="en-US" altLang="zh-CN" sz="3600" b="0" i="0" u="none" strike="noStrike" kern="0" cap="none" spc="0" baseline="0">
              <a:solidFill>
                <a:schemeClr val="bg1"/>
              </a:solidFill>
              <a:latin typeface="Arial Narrow" pitchFamily="0" charset="0"/>
              <a:ea typeface="宋体" pitchFamily="0" charset="0"/>
              <a:cs typeface="Arial Narrow" pitchFamily="0" charset="0"/>
            </a:endParaRPr>
          </a:p>
          <a:p>
            <a:pPr marL="128904" indent="0" algn="ctr">
              <a:lnSpc>
                <a:spcPct val="116000"/>
              </a:lnSpc>
              <a:spcBef>
                <a:spcPts val="3509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0" cap="none" spc="5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Fully</a:t>
            </a:r>
            <a:r>
              <a:rPr lang="en-US" altLang="zh-CN" sz="3600" b="0" i="0" u="none" strike="noStrike" kern="0" cap="none" spc="-5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600" b="1" i="0" u="none" strike="noStrike" kern="0" cap="none" spc="0" baseline="0">
                <a:solidFill>
                  <a:schemeClr val="bg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biodegradable</a:t>
            </a:r>
            <a:r>
              <a:rPr lang="en-US" altLang="zh-CN" sz="3600" b="1" i="0" u="none" strike="noStrike" kern="0" cap="none" spc="-125" baseline="0">
                <a:solidFill>
                  <a:schemeClr val="bg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3600" b="1" i="0" u="none" strike="noStrike" kern="0" cap="none" spc="-25" baseline="0">
                <a:solidFill>
                  <a:schemeClr val="bg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and </a:t>
            </a:r>
            <a:r>
              <a:rPr lang="en-US" altLang="zh-CN" sz="3600" b="1" i="0" u="none" strike="noStrike" kern="0" cap="none" spc="0" baseline="0">
                <a:solidFill>
                  <a:schemeClr val="bg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compostable</a:t>
            </a:r>
            <a:r>
              <a:rPr lang="en-US" altLang="zh-CN" sz="3600" b="0" i="0" u="none" strike="noStrike" kern="0" cap="none" spc="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,</a:t>
            </a:r>
            <a:r>
              <a:rPr lang="en-US" altLang="zh-CN" sz="3600" b="0" i="0" u="none" strike="noStrike" kern="0" cap="none" spc="-10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5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Sorghu- </a:t>
            </a:r>
            <a:r>
              <a:rPr lang="en-US" altLang="zh-CN" sz="3600" b="0" i="0" u="none" strike="noStrike" kern="0" cap="none" spc="6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Shield</a:t>
            </a:r>
            <a:r>
              <a:rPr lang="en-US" altLang="zh-CN" sz="3600" b="0" i="0" u="none" strike="noStrike" kern="0" cap="none" spc="-13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4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packaging </a:t>
            </a:r>
            <a:r>
              <a:rPr lang="en-US" altLang="zh-CN" sz="3600" b="0" i="0" u="none" strike="noStrike" kern="0" cap="none" spc="7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contributes</a:t>
            </a:r>
            <a:r>
              <a:rPr lang="en-US" altLang="zh-CN" sz="3600" b="0" i="0" u="none" strike="noStrike" kern="0" cap="none" spc="-15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5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to</a:t>
            </a:r>
            <a:r>
              <a:rPr lang="en-US" altLang="zh-CN" sz="3600" b="0" i="0" u="none" strike="noStrike" kern="0" cap="none" spc="-15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-5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a</a:t>
            </a:r>
            <a:endParaRPr lang="en-US" altLang="zh-CN" sz="3600" b="0" i="0" u="none" strike="noStrike" kern="0" cap="none" spc="0" baseline="0">
              <a:solidFill>
                <a:schemeClr val="bg1"/>
              </a:solidFill>
              <a:latin typeface="Tahoma" pitchFamily="0" charset="0"/>
              <a:ea typeface="宋体" pitchFamily="0" charset="0"/>
              <a:cs typeface="Tahoma" pitchFamily="0" charset="0"/>
            </a:endParaRPr>
          </a:p>
          <a:p>
            <a:pPr marL="12700" indent="-635"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0" cap="none" spc="6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sustainable</a:t>
            </a:r>
            <a:r>
              <a:rPr lang="en-US" altLang="zh-CN" sz="3600" b="0" i="0" u="none" strike="noStrike" kern="0" cap="none" spc="-15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-1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waste </a:t>
            </a:r>
            <a:r>
              <a:rPr lang="en-US" altLang="zh-CN" sz="3600" b="0" i="0" u="none" strike="noStrike" kern="0" cap="none" spc="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management</a:t>
            </a:r>
            <a:r>
              <a:rPr lang="en-US" altLang="zh-CN" sz="3600" b="0" i="0" u="none" strike="noStrike" kern="0" cap="none" spc="5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-1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system, </a:t>
            </a:r>
            <a:r>
              <a:rPr lang="en-US" altLang="zh-CN" sz="3600" b="0" i="0" u="none" strike="noStrike" kern="0" cap="none" spc="6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supporting</a:t>
            </a:r>
            <a:r>
              <a:rPr lang="en-US" altLang="zh-CN" sz="3600" b="0" i="0" u="none" strike="noStrike" kern="0" cap="none" spc="-14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-1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environmental </a:t>
            </a:r>
            <a:r>
              <a:rPr lang="en-US" altLang="zh-CN" sz="3600" b="0" i="0" u="none" strike="noStrike" kern="0" cap="none" spc="8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goals</a:t>
            </a:r>
            <a:r>
              <a:rPr lang="en-US" altLang="zh-CN" sz="3600" b="0" i="0" u="none" strike="noStrike" kern="0" cap="none" spc="-14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-1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effectively.</a:t>
            </a:r>
            <a:endParaRPr lang="zh-CN" altLang="en-US" sz="3600" b="0" i="0" u="none" strike="noStrike" kern="0" cap="none" spc="0" baseline="0">
              <a:solidFill>
                <a:schemeClr val="bg1"/>
              </a:solidFill>
              <a:latin typeface="Tahoma" pitchFamily="0" charset="0"/>
              <a:ea typeface="宋体" pitchFamily="0" charset="0"/>
              <a:cs typeface="Tahom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371061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6115049" cy="1028690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46" name="文本框"/>
          <p:cNvSpPr>
            <a:spLocks noGrp="1"/>
          </p:cNvSpPr>
          <p:nvPr>
            <p:ph type="title"/>
          </p:nvPr>
        </p:nvSpPr>
        <p:spPr>
          <a:xfrm rot="0">
            <a:off x="6467591" y="106182"/>
            <a:ext cx="11385550" cy="13938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9100" b="0" i="0" u="none" strike="noStrike" kern="0" cap="none" spc="94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Sweet</a:t>
            </a:r>
            <a:r>
              <a:rPr lang="en-US" altLang="zh-CN" sz="9100" b="0" i="0" u="none" strike="noStrike" kern="0" cap="none" spc="74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9100" b="0" i="0" u="none" strike="noStrike" kern="0" cap="none" spc="994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Sorghum</a:t>
            </a:r>
            <a:r>
              <a:rPr lang="en-US" altLang="zh-CN" sz="9100" b="0" i="0" u="none" strike="noStrike" kern="0" cap="none" spc="74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9100" b="0" i="0" u="none" strike="noStrike" kern="0" cap="none" spc="80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Stalk</a:t>
            </a:r>
            <a:endParaRPr lang="zh-CN" altLang="en-US" sz="9100" b="0" i="0" u="none" strike="noStrike" kern="0" cap="none" spc="0" baseline="0">
              <a:solidFill>
                <a:schemeClr val="bg1"/>
              </a:solidFill>
              <a:latin typeface="Arial Narrow" pitchFamily="0" charset="0"/>
              <a:ea typeface="宋体" pitchFamily="0" charset="0"/>
              <a:cs typeface="Arial Narrow" pitchFamily="0" charset="0"/>
            </a:endParaRPr>
          </a:p>
        </p:txBody>
      </p:sp>
      <p:sp>
        <p:nvSpPr>
          <p:cNvPr id="47" name="矩形"/>
          <p:cNvSpPr>
            <a:spLocks/>
          </p:cNvSpPr>
          <p:nvPr/>
        </p:nvSpPr>
        <p:spPr>
          <a:xfrm rot="0">
            <a:off x="6467591" y="2033235"/>
            <a:ext cx="11336656" cy="56880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065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15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altLang="zh-CN" sz="4500" b="0" i="0" u="none" strike="noStrike" kern="0" cap="none" spc="215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STRONG</a:t>
            </a:r>
            <a:r>
              <a:rPr lang="en-US" altLang="zh-CN" sz="4500" b="0" i="0" u="none" strike="noStrike" kern="0" cap="none" spc="14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 </a:t>
            </a:r>
            <a:r>
              <a:rPr lang="en-US" altLang="zh-CN" sz="4500" b="0" i="0" u="none" strike="noStrike" kern="0" cap="none" spc="33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AND</a:t>
            </a:r>
            <a:r>
              <a:rPr lang="en-US" altLang="zh-CN" sz="4500" b="0" i="0" u="none" strike="noStrike" kern="0" cap="none" spc="14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 </a:t>
            </a:r>
            <a:r>
              <a:rPr lang="en-US" altLang="zh-CN" sz="4500" b="0" i="0" u="none" strike="noStrike" kern="0" cap="none" spc="325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SUSTAINABLE</a:t>
            </a:r>
            <a:r>
              <a:rPr lang="en-US" altLang="zh-CN" sz="4500" b="0" i="0" u="none" strike="noStrike" kern="0" cap="none" spc="145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 </a:t>
            </a:r>
            <a:r>
              <a:rPr lang="en-US" altLang="zh-CN" sz="4500" b="0" i="0" u="none" strike="noStrike" kern="0" cap="none" spc="26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RAW </a:t>
            </a:r>
            <a:r>
              <a:rPr lang="en-US" altLang="zh-CN" sz="4500" b="0" i="0" u="none" strike="noStrike" kern="0" cap="none" spc="325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MATERIAL</a:t>
            </a:r>
            <a:r>
              <a:rPr lang="en-US" altLang="zh-CN" sz="4500" b="0" i="0" u="none" strike="noStrike" kern="0" cap="none" spc="12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 </a:t>
            </a:r>
            <a:r>
              <a:rPr lang="en-US" altLang="zh-CN" sz="4500" b="0" i="0" u="none" strike="noStrike" kern="0" cap="none" spc="175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SOURCE</a:t>
            </a:r>
            <a:endParaRPr lang="en-US" altLang="zh-CN" sz="4500" b="0" i="0" u="none" strike="noStrike" kern="0" cap="none" spc="0" baseline="0">
              <a:solidFill>
                <a:schemeClr val="tx1"/>
              </a:solidFill>
              <a:latin typeface="Arial Narrow" pitchFamily="0" charset="0"/>
              <a:ea typeface="Droid Sans"/>
              <a:cs typeface="Arial Narrow" pitchFamily="0" charset="0"/>
            </a:endParaRPr>
          </a:p>
          <a:p>
            <a:pPr marL="12700" indent="0" algn="l">
              <a:lnSpc>
                <a:spcPct val="116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n-US" altLang="zh-CN" sz="4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4200" b="0" i="0" u="none" strike="noStrike" kern="0" cap="none" spc="-1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outer</a:t>
            </a:r>
            <a:r>
              <a:rPr lang="en-US" altLang="zh-CN" sz="4200" b="0" i="0" u="none" strike="noStrike" kern="0" cap="none" spc="-1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8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stalk</a:t>
            </a:r>
            <a:r>
              <a:rPr lang="en-US" altLang="zh-CN" sz="4200" b="0" i="0" u="none" strike="noStrike" kern="0" cap="none" spc="-1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of</a:t>
            </a:r>
            <a:r>
              <a:rPr lang="en-US" altLang="zh-CN" sz="4200" b="0" i="0" u="none" strike="noStrike" kern="0" cap="none" spc="-1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sweet</a:t>
            </a:r>
            <a:r>
              <a:rPr lang="en-US" altLang="zh-CN" sz="4200" b="0" i="0" u="none" strike="noStrike" kern="0" cap="none" spc="-1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sorghum</a:t>
            </a:r>
            <a:r>
              <a:rPr lang="en-US" altLang="zh-CN" sz="4200" b="0" i="0" u="none" strike="noStrike" kern="0" cap="none" spc="-1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114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is</a:t>
            </a:r>
            <a:r>
              <a:rPr lang="en-US" altLang="zh-CN" sz="4200" b="0" i="0" u="none" strike="noStrike" kern="0" cap="none" spc="-1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</a:t>
            </a:r>
            <a:r>
              <a:rPr lang="en-US" altLang="zh-CN" sz="4200" b="0" i="0" u="none" strike="noStrike" kern="0" cap="none" spc="-1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1" i="0" u="none" strike="noStrike" kern="0" cap="none" spc="-1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robust </a:t>
            </a:r>
            <a:r>
              <a:rPr lang="en-US" altLang="zh-CN" sz="4200" b="1" i="0" u="none" strike="noStrike" kern="0" cap="none" spc="-10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fiber</a:t>
            </a:r>
            <a:r>
              <a:rPr lang="en-US" altLang="zh-CN" sz="4200" b="1" i="0" u="none" strike="noStrike" kern="0" cap="none" spc="-22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4200" b="1" i="0" u="none" strike="noStrike" kern="0" cap="none" spc="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source</a:t>
            </a:r>
            <a:r>
              <a:rPr lang="en-US" altLang="zh-CN" sz="4200" b="1" i="0" u="none" strike="noStrike" kern="0" cap="none" spc="-9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420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ideal</a:t>
            </a:r>
            <a:r>
              <a:rPr lang="en-US" altLang="zh-CN" sz="4200" b="0" i="0" u="none" strike="noStrike" kern="0" cap="none" spc="-1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for</a:t>
            </a:r>
            <a:r>
              <a:rPr lang="en-US" altLang="zh-CN" sz="4200" b="0" i="0" u="none" strike="noStrike" kern="0" cap="none" spc="-1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10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eco-</a:t>
            </a:r>
            <a:r>
              <a:rPr lang="en-US" altLang="zh-CN" sz="42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friendly</a:t>
            </a:r>
            <a:r>
              <a:rPr lang="en-US" altLang="zh-CN" sz="4200" b="0" i="0" u="none" strike="noStrike" kern="0" cap="none" spc="-1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packaging. </a:t>
            </a:r>
            <a:r>
              <a:rPr lang="en-US" altLang="zh-CN" sz="4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With</a:t>
            </a:r>
            <a:r>
              <a:rPr lang="en-US" altLang="zh-CN" sz="4200" b="0" i="0" u="none" strike="noStrike" kern="0" cap="none" spc="-1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</a:t>
            </a:r>
            <a:r>
              <a:rPr lang="en-US" altLang="zh-CN" sz="4200" b="0" i="0" u="none" strike="noStrike" kern="0" cap="none" spc="-1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1" i="0" u="none" strike="noStrike" kern="0" cap="none" spc="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growth</a:t>
            </a:r>
            <a:r>
              <a:rPr lang="en-US" altLang="zh-CN" sz="4200" b="1" i="0" u="none" strike="noStrike" kern="0" cap="none" spc="-254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4200" b="1" i="0" u="none" strike="noStrike" kern="0" cap="none" spc="-2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cycle</a:t>
            </a:r>
            <a:r>
              <a:rPr lang="en-US" altLang="zh-CN" sz="4200" b="1" i="0" u="none" strike="noStrike" kern="0" cap="none" spc="-13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4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of</a:t>
            </a:r>
            <a:r>
              <a:rPr lang="en-US" altLang="zh-CN" sz="4200" b="0" i="0" u="none" strike="noStrike" kern="0" cap="none" spc="-1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17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120–135</a:t>
            </a:r>
            <a:r>
              <a:rPr lang="en-US" altLang="zh-CN" sz="4200" b="0" i="0" u="none" strike="noStrike" kern="0" cap="none" spc="-1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days,</a:t>
            </a:r>
            <a:r>
              <a:rPr lang="en-US" altLang="zh-CN" sz="4200" b="0" i="0" u="none" strike="noStrike" kern="0" cap="none" spc="-1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it </a:t>
            </a:r>
            <a:r>
              <a:rPr lang="en-US" altLang="zh-CN" sz="4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requires</a:t>
            </a:r>
            <a:r>
              <a:rPr lang="en-US" altLang="zh-CN" sz="4200" b="0" i="0" u="none" strike="noStrike" kern="0" cap="none" spc="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moderate</a:t>
            </a:r>
            <a:r>
              <a:rPr lang="en-US" altLang="zh-CN" sz="4200" b="0" i="0" u="none" strike="noStrike" kern="0" cap="none" spc="1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water</a:t>
            </a:r>
            <a:r>
              <a:rPr lang="en-US" altLang="zh-CN" sz="4200" b="0" i="0" u="none" strike="noStrike" kern="0" cap="none" spc="1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supply,</a:t>
            </a:r>
            <a:r>
              <a:rPr lang="en-US" altLang="zh-CN" sz="4200" b="0" i="0" u="none" strike="noStrike" kern="0" cap="none" spc="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making</a:t>
            </a:r>
            <a:r>
              <a:rPr lang="en-US" altLang="zh-CN" sz="4200" b="0" i="0" u="none" strike="noStrike" kern="0" cap="none" spc="1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it </a:t>
            </a:r>
            <a:r>
              <a:rPr lang="en-US" altLang="zh-CN" sz="4200" b="0" i="0" u="none" strike="noStrike" kern="0" cap="none" spc="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suitable</a:t>
            </a:r>
            <a:r>
              <a:rPr lang="en-US" altLang="zh-CN" sz="4200" b="0" i="0" u="none" strike="noStrike" kern="0" cap="none" spc="-9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for</a:t>
            </a:r>
            <a:r>
              <a:rPr lang="en-US" altLang="zh-CN" sz="4200" b="0" i="0" u="none" strike="noStrike" kern="0" cap="none" spc="-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regions</a:t>
            </a:r>
            <a:r>
              <a:rPr lang="en-US" altLang="zh-CN" sz="4200" b="0" i="0" u="none" strike="noStrike" kern="0" cap="none" spc="-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like</a:t>
            </a:r>
            <a:r>
              <a:rPr lang="en-US" altLang="zh-CN" sz="4200" b="0" i="0" u="none" strike="noStrike" kern="0" cap="none" spc="-9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Andhra</a:t>
            </a:r>
            <a:r>
              <a:rPr lang="en-US" altLang="zh-CN" sz="4200" b="0" i="0" u="none" strike="noStrike" kern="0" cap="none" spc="-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Pradesh,</a:t>
            </a:r>
            <a:r>
              <a:rPr lang="en-US" altLang="zh-CN" sz="4200" b="0" i="0" u="none" strike="noStrike" kern="0" cap="none" spc="-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where </a:t>
            </a:r>
            <a:r>
              <a:rPr lang="en-US" altLang="zh-CN" sz="4200" b="0" i="0" u="none" strike="noStrike" kern="0" cap="none" spc="10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its</a:t>
            </a:r>
            <a:r>
              <a:rPr lang="en-US" altLang="zh-CN" sz="4200" b="0" i="0" u="none" strike="noStrike" kern="0" cap="none" spc="-1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availability</a:t>
            </a:r>
            <a:r>
              <a:rPr lang="en-US" altLang="zh-CN" sz="4200" b="0" i="0" u="none" strike="noStrike" kern="0" cap="none" spc="-1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aligns</a:t>
            </a:r>
            <a:r>
              <a:rPr lang="en-US" altLang="zh-CN" sz="4200" b="0" i="0" u="none" strike="noStrike" kern="0" cap="none" spc="-1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with</a:t>
            </a:r>
            <a:r>
              <a:rPr lang="en-US" altLang="zh-CN" sz="4200" b="0" i="0" u="none" strike="noStrike" kern="0" cap="none" spc="-1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10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local</a:t>
            </a:r>
            <a:r>
              <a:rPr lang="en-US" altLang="zh-CN" sz="4200" b="0" i="0" u="none" strike="noStrike" kern="0" cap="none" spc="-1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200" b="0" i="0" u="none" strike="noStrike" kern="0" cap="none" spc="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agricultural </a:t>
            </a:r>
            <a:r>
              <a:rPr lang="en-US" altLang="zh-CN" sz="420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practices.</a:t>
            </a:r>
            <a:endParaRPr lang="zh-CN" altLang="en-US" sz="42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894521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"/>
          <p:cNvSpPr>
            <a:spLocks/>
          </p:cNvSpPr>
          <p:nvPr/>
        </p:nvSpPr>
        <p:spPr>
          <a:xfrm rot="0">
            <a:off x="654050" y="4140279"/>
            <a:ext cx="3849369" cy="4603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0" cap="none" spc="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MATERIAL</a:t>
            </a:r>
            <a:r>
              <a:rPr lang="en-US" altLang="zh-CN" sz="3000" b="1" i="0" u="none" strike="noStrike" kern="0" cap="none" spc="5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000" b="1" i="0" u="none" strike="noStrike" kern="0" cap="none" spc="9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SOURCING</a:t>
            </a:r>
            <a:endParaRPr lang="zh-CN" altLang="en-US" sz="3000" b="0" i="0" u="none" strike="noStrike" kern="0" cap="none" spc="0" baseline="0">
              <a:solidFill>
                <a:schemeClr val="tx1"/>
              </a:solidFill>
              <a:latin typeface="Trebuchet MS" pitchFamily="0" charset="0"/>
              <a:ea typeface="Droid Sans"/>
              <a:cs typeface="Trebuchet MS" pitchFamily="0" charset="0"/>
            </a:endParaRPr>
          </a:p>
        </p:txBody>
      </p:sp>
      <p:sp>
        <p:nvSpPr>
          <p:cNvPr id="49" name="矩形"/>
          <p:cNvSpPr>
            <a:spLocks/>
          </p:cNvSpPr>
          <p:nvPr/>
        </p:nvSpPr>
        <p:spPr>
          <a:xfrm rot="0">
            <a:off x="6409527" y="4105323"/>
            <a:ext cx="3851909" cy="4984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0" cap="none" spc="7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CLEANING</a:t>
            </a:r>
            <a:r>
              <a:rPr lang="en-US" altLang="zh-CN" sz="3200" b="1" i="0" u="none" strike="noStrike" kern="0" cap="none" spc="-17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200" b="1" i="0" u="none" strike="noStrike" kern="0" cap="none" spc="7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PROCESS</a:t>
            </a:r>
            <a:endParaRPr lang="zh-CN" altLang="en-US" sz="3200" b="0" i="0" u="none" strike="noStrike" kern="0" cap="none" spc="0" baseline="0">
              <a:solidFill>
                <a:schemeClr val="tx1"/>
              </a:solidFill>
              <a:latin typeface="Trebuchet MS" pitchFamily="0" charset="0"/>
              <a:ea typeface="Droid Sans"/>
              <a:cs typeface="Trebuchet MS" pitchFamily="0" charset="0"/>
            </a:endParaRPr>
          </a:p>
        </p:txBody>
      </p:sp>
      <p:sp>
        <p:nvSpPr>
          <p:cNvPr id="50" name="曲线"/>
          <p:cNvSpPr>
            <a:spLocks/>
          </p:cNvSpPr>
          <p:nvPr/>
        </p:nvSpPr>
        <p:spPr>
          <a:xfrm rot="0">
            <a:off x="14763531" y="0"/>
            <a:ext cx="3524884" cy="230886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16759" y="0"/>
                </a:moveTo>
                <a:lnTo>
                  <a:pt x="16992" y="878"/>
                </a:lnTo>
                <a:lnTo>
                  <a:pt x="16793" y="1233"/>
                </a:lnTo>
                <a:lnTo>
                  <a:pt x="16590" y="1583"/>
                </a:lnTo>
                <a:lnTo>
                  <a:pt x="16384" y="1928"/>
                </a:lnTo>
                <a:lnTo>
                  <a:pt x="16174" y="2268"/>
                </a:lnTo>
                <a:lnTo>
                  <a:pt x="15960" y="2603"/>
                </a:lnTo>
                <a:lnTo>
                  <a:pt x="15743" y="2933"/>
                </a:lnTo>
                <a:lnTo>
                  <a:pt x="15523" y="3257"/>
                </a:lnTo>
                <a:lnTo>
                  <a:pt x="15300" y="3576"/>
                </a:lnTo>
                <a:lnTo>
                  <a:pt x="15073" y="3890"/>
                </a:lnTo>
                <a:lnTo>
                  <a:pt x="14843" y="4198"/>
                </a:lnTo>
                <a:lnTo>
                  <a:pt x="14611" y="4499"/>
                </a:lnTo>
                <a:lnTo>
                  <a:pt x="14374" y="4798"/>
                </a:lnTo>
                <a:lnTo>
                  <a:pt x="14135" y="5090"/>
                </a:lnTo>
                <a:lnTo>
                  <a:pt x="13892" y="5375"/>
                </a:lnTo>
                <a:lnTo>
                  <a:pt x="13647" y="5655"/>
                </a:lnTo>
                <a:lnTo>
                  <a:pt x="13399" y="5929"/>
                </a:lnTo>
                <a:lnTo>
                  <a:pt x="13149" y="6197"/>
                </a:lnTo>
                <a:lnTo>
                  <a:pt x="12895" y="6459"/>
                </a:lnTo>
                <a:lnTo>
                  <a:pt x="12639" y="6715"/>
                </a:lnTo>
                <a:lnTo>
                  <a:pt x="12382" y="6962"/>
                </a:lnTo>
                <a:lnTo>
                  <a:pt x="12121" y="7202"/>
                </a:lnTo>
                <a:lnTo>
                  <a:pt x="11856" y="7431"/>
                </a:lnTo>
                <a:lnTo>
                  <a:pt x="11586" y="7648"/>
                </a:lnTo>
                <a:lnTo>
                  <a:pt x="11313" y="7851"/>
                </a:lnTo>
                <a:lnTo>
                  <a:pt x="11035" y="8037"/>
                </a:lnTo>
                <a:lnTo>
                  <a:pt x="10753" y="8204"/>
                </a:lnTo>
                <a:lnTo>
                  <a:pt x="10467" y="8349"/>
                </a:lnTo>
                <a:lnTo>
                  <a:pt x="10176" y="8470"/>
                </a:lnTo>
                <a:lnTo>
                  <a:pt x="9882" y="8565"/>
                </a:lnTo>
                <a:lnTo>
                  <a:pt x="9583" y="8632"/>
                </a:lnTo>
                <a:lnTo>
                  <a:pt x="9281" y="8668"/>
                </a:lnTo>
                <a:lnTo>
                  <a:pt x="8980" y="8676"/>
                </a:lnTo>
                <a:lnTo>
                  <a:pt x="8680" y="8657"/>
                </a:lnTo>
                <a:lnTo>
                  <a:pt x="8380" y="8613"/>
                </a:lnTo>
                <a:lnTo>
                  <a:pt x="8081" y="8548"/>
                </a:lnTo>
                <a:lnTo>
                  <a:pt x="7783" y="8464"/>
                </a:lnTo>
                <a:lnTo>
                  <a:pt x="7486" y="8363"/>
                </a:lnTo>
                <a:lnTo>
                  <a:pt x="7191" y="8247"/>
                </a:lnTo>
                <a:lnTo>
                  <a:pt x="6897" y="8119"/>
                </a:lnTo>
                <a:lnTo>
                  <a:pt x="6605" y="7982"/>
                </a:lnTo>
                <a:lnTo>
                  <a:pt x="6315" y="7838"/>
                </a:lnTo>
                <a:lnTo>
                  <a:pt x="6027" y="7688"/>
                </a:lnTo>
                <a:lnTo>
                  <a:pt x="5743" y="7537"/>
                </a:lnTo>
                <a:lnTo>
                  <a:pt x="5458" y="7381"/>
                </a:lnTo>
                <a:lnTo>
                  <a:pt x="5174" y="7221"/>
                </a:lnTo>
                <a:lnTo>
                  <a:pt x="4891" y="7056"/>
                </a:lnTo>
                <a:lnTo>
                  <a:pt x="4608" y="6885"/>
                </a:lnTo>
                <a:lnTo>
                  <a:pt x="4328" y="6708"/>
                </a:lnTo>
                <a:lnTo>
                  <a:pt x="4049" y="6524"/>
                </a:lnTo>
                <a:lnTo>
                  <a:pt x="3773" y="6334"/>
                </a:lnTo>
                <a:lnTo>
                  <a:pt x="3500" y="6136"/>
                </a:lnTo>
                <a:lnTo>
                  <a:pt x="3230" y="5929"/>
                </a:lnTo>
                <a:lnTo>
                  <a:pt x="2963" y="5714"/>
                </a:lnTo>
                <a:lnTo>
                  <a:pt x="2701" y="5491"/>
                </a:lnTo>
                <a:lnTo>
                  <a:pt x="2443" y="5257"/>
                </a:lnTo>
                <a:lnTo>
                  <a:pt x="2189" y="5014"/>
                </a:lnTo>
                <a:lnTo>
                  <a:pt x="1941" y="4760"/>
                </a:lnTo>
                <a:lnTo>
                  <a:pt x="1699" y="4495"/>
                </a:lnTo>
                <a:lnTo>
                  <a:pt x="1462" y="4219"/>
                </a:lnTo>
                <a:lnTo>
                  <a:pt x="1232" y="3931"/>
                </a:lnTo>
                <a:lnTo>
                  <a:pt x="1009" y="3630"/>
                </a:lnTo>
                <a:lnTo>
                  <a:pt x="793" y="3317"/>
                </a:lnTo>
                <a:lnTo>
                  <a:pt x="585" y="2989"/>
                </a:lnTo>
                <a:lnTo>
                  <a:pt x="384" y="2648"/>
                </a:lnTo>
                <a:lnTo>
                  <a:pt x="242" y="2378"/>
                </a:lnTo>
                <a:lnTo>
                  <a:pt x="122" y="2097"/>
                </a:lnTo>
                <a:lnTo>
                  <a:pt x="35" y="1791"/>
                </a:lnTo>
                <a:lnTo>
                  <a:pt x="0" y="1465"/>
                </a:lnTo>
                <a:lnTo>
                  <a:pt x="58" y="995"/>
                </a:lnTo>
                <a:lnTo>
                  <a:pt x="221" y="579"/>
                </a:lnTo>
                <a:lnTo>
                  <a:pt x="450" y="209"/>
                </a:lnTo>
                <a:lnTo>
                  <a:pt x="613" y="0"/>
                </a:lnTo>
                <a:lnTo>
                  <a:pt x="16759" y="0"/>
                </a:lnTo>
                <a:lnTo>
                  <a:pt x="16759" y="0"/>
                </a:lnTo>
              </a:path>
              <a:path w="21600" h="21600">
                <a:moveTo>
                  <a:pt x="21597" y="0"/>
                </a:moveTo>
                <a:lnTo>
                  <a:pt x="21597" y="21598"/>
                </a:lnTo>
                <a:lnTo>
                  <a:pt x="21350" y="21596"/>
                </a:lnTo>
                <a:lnTo>
                  <a:pt x="21035" y="21589"/>
                </a:lnTo>
                <a:lnTo>
                  <a:pt x="20719" y="21577"/>
                </a:lnTo>
                <a:lnTo>
                  <a:pt x="20404" y="21560"/>
                </a:lnTo>
                <a:lnTo>
                  <a:pt x="20089" y="21539"/>
                </a:lnTo>
                <a:lnTo>
                  <a:pt x="19774" y="21512"/>
                </a:lnTo>
                <a:lnTo>
                  <a:pt x="19459" y="21481"/>
                </a:lnTo>
                <a:lnTo>
                  <a:pt x="19144" y="21445"/>
                </a:lnTo>
                <a:lnTo>
                  <a:pt x="18830" y="21404"/>
                </a:lnTo>
                <a:lnTo>
                  <a:pt x="18516" y="21358"/>
                </a:lnTo>
                <a:lnTo>
                  <a:pt x="18202" y="21308"/>
                </a:lnTo>
                <a:lnTo>
                  <a:pt x="17889" y="21252"/>
                </a:lnTo>
                <a:lnTo>
                  <a:pt x="17576" y="21192"/>
                </a:lnTo>
                <a:lnTo>
                  <a:pt x="17263" y="21127"/>
                </a:lnTo>
                <a:lnTo>
                  <a:pt x="16901" y="21023"/>
                </a:lnTo>
                <a:lnTo>
                  <a:pt x="16573" y="20793"/>
                </a:lnTo>
                <a:lnTo>
                  <a:pt x="16380" y="20488"/>
                </a:lnTo>
                <a:lnTo>
                  <a:pt x="16257" y="20108"/>
                </a:lnTo>
                <a:lnTo>
                  <a:pt x="16189" y="19680"/>
                </a:lnTo>
                <a:lnTo>
                  <a:pt x="16161" y="19228"/>
                </a:lnTo>
                <a:lnTo>
                  <a:pt x="16157" y="18779"/>
                </a:lnTo>
                <a:lnTo>
                  <a:pt x="16215" y="13091"/>
                </a:lnTo>
                <a:lnTo>
                  <a:pt x="16252" y="11198"/>
                </a:lnTo>
                <a:lnTo>
                  <a:pt x="16293" y="9781"/>
                </a:lnTo>
                <a:lnTo>
                  <a:pt x="16328" y="8837"/>
                </a:lnTo>
                <a:lnTo>
                  <a:pt x="16370" y="7895"/>
                </a:lnTo>
                <a:lnTo>
                  <a:pt x="16420" y="6953"/>
                </a:lnTo>
                <a:lnTo>
                  <a:pt x="16479" y="6014"/>
                </a:lnTo>
                <a:lnTo>
                  <a:pt x="16511" y="5544"/>
                </a:lnTo>
                <a:lnTo>
                  <a:pt x="16547" y="5076"/>
                </a:lnTo>
                <a:lnTo>
                  <a:pt x="16585" y="4607"/>
                </a:lnTo>
                <a:lnTo>
                  <a:pt x="16625" y="4139"/>
                </a:lnTo>
                <a:lnTo>
                  <a:pt x="16668" y="3672"/>
                </a:lnTo>
                <a:lnTo>
                  <a:pt x="16714" y="3205"/>
                </a:lnTo>
                <a:lnTo>
                  <a:pt x="16764" y="2739"/>
                </a:lnTo>
                <a:lnTo>
                  <a:pt x="16816" y="2273"/>
                </a:lnTo>
                <a:lnTo>
                  <a:pt x="16871" y="1807"/>
                </a:lnTo>
                <a:lnTo>
                  <a:pt x="16930" y="1343"/>
                </a:lnTo>
                <a:lnTo>
                  <a:pt x="16992" y="878"/>
                </a:lnTo>
                <a:lnTo>
                  <a:pt x="16759" y="0"/>
                </a:lnTo>
                <a:lnTo>
                  <a:pt x="21597" y="0"/>
                </a:lnTo>
                <a:close/>
              </a:path>
            </a:pathLst>
          </a:custGeom>
          <a:solidFill>
            <a:srgbClr val="F5F4EC"/>
          </a:solidFill>
          <a:ln cmpd="sng" cap="flat">
            <a:noFill/>
            <a:prstDash val="solid"/>
            <a:miter/>
          </a:ln>
        </p:spPr>
      </p:sp>
      <p:sp>
        <p:nvSpPr>
          <p:cNvPr id="51" name="矩形"/>
          <p:cNvSpPr>
            <a:spLocks/>
          </p:cNvSpPr>
          <p:nvPr/>
        </p:nvSpPr>
        <p:spPr>
          <a:xfrm rot="0">
            <a:off x="656417" y="5937247"/>
            <a:ext cx="3073400" cy="244284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065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16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altLang="zh-CN" sz="350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Sourcing</a:t>
            </a:r>
            <a:r>
              <a:rPr lang="en-US" altLang="zh-CN" sz="3500" b="0" i="0" u="none" strike="noStrike" kern="0" cap="none" spc="-1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sweet </a:t>
            </a:r>
            <a:r>
              <a:rPr lang="en-US" altLang="zh-CN" sz="35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sorghum</a:t>
            </a:r>
            <a:r>
              <a:rPr lang="en-US" altLang="zh-CN" sz="3500" b="0" i="0" u="none" strike="noStrike" kern="0" cap="none" spc="10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-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for </a:t>
            </a:r>
            <a:r>
              <a:rPr lang="en-US" altLang="zh-CN" sz="3500" b="0" i="0" u="none" strike="noStrike" kern="0" cap="none" spc="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sustainable </a:t>
            </a:r>
            <a:r>
              <a:rPr lang="en-US" altLang="zh-CN" sz="35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production.</a:t>
            </a:r>
            <a:endParaRPr lang="zh-CN" altLang="en-US" sz="35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52" name="矩形"/>
          <p:cNvSpPr>
            <a:spLocks/>
          </p:cNvSpPr>
          <p:nvPr/>
        </p:nvSpPr>
        <p:spPr>
          <a:xfrm rot="0">
            <a:off x="6409527" y="5937247"/>
            <a:ext cx="3587750" cy="18351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065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16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altLang="zh-CN" sz="35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Thoroughly </a:t>
            </a:r>
            <a:r>
              <a:rPr lang="en-US" altLang="zh-CN" sz="35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cleaning</a:t>
            </a:r>
            <a:r>
              <a:rPr lang="en-US" altLang="zh-CN" sz="3500" b="0" i="0" u="none" strike="noStrike" kern="0" cap="none" spc="-1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sorghum </a:t>
            </a:r>
            <a:r>
              <a:rPr lang="en-US" altLang="zh-CN" sz="350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to</a:t>
            </a:r>
            <a:r>
              <a:rPr lang="en-US" altLang="zh-CN" sz="3500" b="0" i="0" u="none" strike="noStrike" kern="0" cap="none" spc="-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ensure</a:t>
            </a:r>
            <a:r>
              <a:rPr lang="en-US" altLang="zh-CN" sz="3500" b="0" i="0" u="none" strike="noStrike" kern="0" cap="none" spc="-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quality.</a:t>
            </a:r>
            <a:endParaRPr lang="zh-CN" altLang="en-US" sz="35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53" name="文本框"/>
          <p:cNvSpPr>
            <a:spLocks noGrp="1"/>
          </p:cNvSpPr>
          <p:nvPr>
            <p:ph type="title"/>
          </p:nvPr>
        </p:nvSpPr>
        <p:spPr>
          <a:xfrm rot="0">
            <a:off x="169856" y="-87852"/>
            <a:ext cx="17683284" cy="26374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580134" rIns="0" bIns="0" anchor="t" anchorCtr="0">
            <a:prstTxWarp prst="textNoShape"/>
            <a:spAutoFit/>
          </a:bodyPr>
          <a:lstStyle/>
          <a:p>
            <a:pPr marL="496569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7000" b="0" i="0" u="none" strike="noStrike" kern="0" cap="none" spc="82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Manufacturing</a:t>
            </a:r>
            <a:r>
              <a:rPr lang="en-US" altLang="zh-CN" sz="7000" b="0" i="0" u="none" strike="noStrike" kern="0" cap="none" spc="61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7000" b="0" i="0" u="none" strike="noStrike" kern="0" cap="none" spc="57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Process</a:t>
            </a:r>
            <a:endParaRPr lang="zh-CN" altLang="en-US" sz="7000" b="0" i="0" u="none" strike="noStrike" kern="0" cap="none" spc="575" baseline="0">
              <a:solidFill>
                <a:schemeClr val="bg1"/>
              </a:solidFill>
              <a:latin typeface="Arial Narrow" pitchFamily="0" charset="0"/>
              <a:ea typeface="宋体" pitchFamily="0" charset="0"/>
              <a:cs typeface="Arial Narrow" pitchFamily="0" charset="0"/>
            </a:endParaRPr>
          </a:p>
        </p:txBody>
      </p:sp>
      <p:grpSp>
        <p:nvGrpSpPr>
          <p:cNvPr id="58" name="组合"/>
          <p:cNvGrpSpPr>
            <a:grpSpLocks/>
          </p:cNvGrpSpPr>
          <p:nvPr/>
        </p:nvGrpSpPr>
        <p:grpSpPr>
          <a:xfrm>
            <a:off x="669118" y="5062544"/>
            <a:ext cx="17619028" cy="161909"/>
            <a:chOff x="669118" y="5062544"/>
            <a:chExt cx="17619028" cy="161909"/>
          </a:xfrm>
        </p:grpSpPr>
        <p:sp>
          <p:nvSpPr>
            <p:cNvPr id="54" name="曲线"/>
            <p:cNvSpPr>
              <a:spLocks/>
            </p:cNvSpPr>
            <p:nvPr/>
          </p:nvSpPr>
          <p:spPr>
            <a:xfrm rot="0">
              <a:off x="750081" y="5133959"/>
              <a:ext cx="17538064" cy="1905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599" y="0"/>
                  </a:lnTo>
                  <a:lnTo>
                    <a:pt x="21599" y="21600"/>
                  </a:lnTo>
                  <a:close/>
                </a:path>
              </a:pathLst>
            </a:custGeom>
            <a:solidFill>
              <a:srgbClr val="F5F4EC"/>
            </a:solidFill>
            <a:ln cmpd="sng" cap="flat">
              <a:noFill/>
              <a:prstDash val="solid"/>
              <a:miter/>
            </a:ln>
          </p:spPr>
        </p:sp>
        <p:pic>
          <p:nvPicPr>
            <p:cNvPr id="55" name="图片"/>
            <p:cNvPicPr>
              <a:picLocks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 rot="0">
              <a:off x="669118" y="5062544"/>
              <a:ext cx="161923" cy="161909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  <p:pic>
          <p:nvPicPr>
            <p:cNvPr id="56" name="图片"/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0">
              <a:off x="6422227" y="5062544"/>
              <a:ext cx="161909" cy="161909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  <p:pic>
          <p:nvPicPr>
            <p:cNvPr id="57" name="图片"/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0">
              <a:off x="12175327" y="5062544"/>
              <a:ext cx="161908" cy="161909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</p:grpSp>
      <p:sp>
        <p:nvSpPr>
          <p:cNvPr id="59" name="矩形"/>
          <p:cNvSpPr>
            <a:spLocks/>
          </p:cNvSpPr>
          <p:nvPr/>
        </p:nvSpPr>
        <p:spPr>
          <a:xfrm rot="0">
            <a:off x="12162627" y="4117991"/>
            <a:ext cx="4518025" cy="4794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100" b="1" i="0" u="none" strike="noStrike" kern="0" cap="none" spc="6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PACKAGING</a:t>
            </a:r>
            <a:r>
              <a:rPr lang="en-US" altLang="zh-CN" sz="3100" b="1" i="0" u="none" strike="noStrike" kern="0" cap="none" spc="-17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100" b="1" i="0" u="none" strike="noStrike" kern="0" cap="none" spc="-1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FORMATION</a:t>
            </a:r>
            <a:endParaRPr lang="zh-CN" altLang="en-US" sz="3100" b="0" i="0" u="none" strike="noStrike" kern="0" cap="none" spc="0" baseline="0">
              <a:solidFill>
                <a:schemeClr val="tx1"/>
              </a:solidFill>
              <a:latin typeface="Trebuchet MS" pitchFamily="0" charset="0"/>
              <a:ea typeface="Droid Sans"/>
              <a:cs typeface="Trebuchet MS" pitchFamily="0" charset="0"/>
            </a:endParaRPr>
          </a:p>
        </p:txBody>
      </p:sp>
      <p:sp>
        <p:nvSpPr>
          <p:cNvPr id="60" name="矩形"/>
          <p:cNvSpPr>
            <a:spLocks/>
          </p:cNvSpPr>
          <p:nvPr/>
        </p:nvSpPr>
        <p:spPr>
          <a:xfrm rot="0">
            <a:off x="12162627" y="5928975"/>
            <a:ext cx="3564889" cy="1902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1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Molding</a:t>
            </a:r>
            <a:r>
              <a:rPr lang="en-US" altLang="zh-CN" sz="3600" b="0" i="0" u="none" strike="noStrike" kern="0" cap="none" spc="-1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-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and </a:t>
            </a:r>
            <a:r>
              <a:rPr lang="en-US" altLang="zh-CN" sz="36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shaping</a:t>
            </a:r>
            <a:r>
              <a:rPr lang="en-US" altLang="zh-CN" sz="3600" b="0" i="0" u="none" strike="noStrike" kern="0" cap="none" spc="-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into</a:t>
            </a:r>
            <a:r>
              <a:rPr lang="en-US" altLang="zh-CN" sz="3600" b="0" i="0" u="none" strike="noStrike" kern="0" cap="none" spc="-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6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final </a:t>
            </a:r>
            <a:r>
              <a:rPr lang="en-US" altLang="zh-CN" sz="3600" b="0" i="0" u="none" strike="noStrike" kern="0" cap="none" spc="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product </a:t>
            </a:r>
            <a:r>
              <a:rPr lang="en-US" altLang="zh-CN" sz="36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containers.</a:t>
            </a:r>
            <a:endParaRPr lang="zh-CN" altLang="en-US" sz="36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487802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"/>
          <p:cNvSpPr>
            <a:spLocks/>
          </p:cNvSpPr>
          <p:nvPr/>
        </p:nvSpPr>
        <p:spPr>
          <a:xfrm rot="0">
            <a:off x="261357" y="2497253"/>
            <a:ext cx="9189720" cy="5435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0" cap="none" spc="4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UNDERSTANDING</a:t>
            </a:r>
            <a:r>
              <a:rPr lang="en-US" altLang="zh-CN" sz="3400" b="1" i="0" u="none" strike="noStrike" kern="0" cap="none" spc="-8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400" b="1" i="0" u="none" strike="noStrike" kern="0" cap="none" spc="-4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THE</a:t>
            </a:r>
            <a:r>
              <a:rPr lang="en-US" altLang="zh-CN" sz="3400" b="1" i="0" u="none" strike="noStrike" kern="0" cap="none" spc="-8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400" b="1" i="0" u="none" strike="noStrike" kern="0" cap="none" spc="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PRODUCTION</a:t>
            </a:r>
            <a:r>
              <a:rPr lang="en-US" altLang="zh-CN" sz="3400" b="1" i="0" u="none" strike="noStrike" kern="0" cap="none" spc="-8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400" b="1" i="0" u="none" strike="noStrike" kern="0" cap="none" spc="7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PROCESS</a:t>
            </a:r>
            <a:endParaRPr lang="zh-CN" altLang="en-US" sz="3400" b="0" i="0" u="none" strike="noStrike" kern="0" cap="none" spc="0" baseline="0">
              <a:solidFill>
                <a:schemeClr val="tx1"/>
              </a:solidFill>
              <a:latin typeface="Trebuchet MS" pitchFamily="0" charset="0"/>
              <a:ea typeface="Droid Sans"/>
              <a:cs typeface="Trebuchet MS" pitchFamily="0" charset="0"/>
            </a:endParaRPr>
          </a:p>
        </p:txBody>
      </p:sp>
      <p:sp>
        <p:nvSpPr>
          <p:cNvPr id="62" name="矩形"/>
          <p:cNvSpPr>
            <a:spLocks/>
          </p:cNvSpPr>
          <p:nvPr/>
        </p:nvSpPr>
        <p:spPr>
          <a:xfrm rot="0">
            <a:off x="261357" y="3229903"/>
            <a:ext cx="9286875" cy="27305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3850" b="0" i="0" u="none" strike="noStrike" kern="0" cap="none" spc="-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manufacturing</a:t>
            </a:r>
            <a:r>
              <a:rPr lang="en-US" altLang="zh-CN" sz="3850" b="0" i="0" u="none" strike="noStrike" kern="0" cap="none" spc="-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process</a:t>
            </a:r>
            <a:r>
              <a:rPr lang="en-US" altLang="zh-CN" sz="3850" b="0" i="0" u="none" strike="noStrike" kern="0" cap="none" spc="-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includes </a:t>
            </a: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pulping,</a:t>
            </a:r>
            <a:r>
              <a:rPr lang="en-US" altLang="zh-CN" sz="3850" b="0" i="0" u="none" strike="noStrike" kern="0" cap="none" spc="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forming,</a:t>
            </a:r>
            <a:r>
              <a:rPr lang="en-US" altLang="zh-CN" sz="3850" b="0" i="0" u="none" strike="noStrike" kern="0" cap="none" spc="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hot</a:t>
            </a:r>
            <a:r>
              <a:rPr lang="en-US" altLang="zh-CN" sz="3850" b="0" i="0" u="none" strike="noStrike" kern="0" cap="none" spc="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pressing,</a:t>
            </a:r>
            <a:r>
              <a:rPr lang="en-US" altLang="zh-CN" sz="3850" b="0" i="0" u="none" strike="noStrike" kern="0" cap="none" spc="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-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and </a:t>
            </a: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sterilization,</a:t>
            </a:r>
            <a:r>
              <a:rPr lang="en-US" altLang="zh-CN" sz="3850" b="0" i="0" u="none" strike="noStrike" kern="0" cap="none" spc="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ensuring</a:t>
            </a:r>
            <a:r>
              <a:rPr lang="en-US" altLang="zh-CN" sz="3850" b="0" i="0" u="none" strike="noStrike" kern="0" cap="none" spc="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that</a:t>
            </a:r>
            <a:r>
              <a:rPr lang="en-US" altLang="zh-CN" sz="3850" b="0" i="0" u="none" strike="noStrike" kern="0" cap="none" spc="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our</a:t>
            </a:r>
            <a:r>
              <a:rPr lang="en-US" altLang="zh-CN" sz="3850" b="0" i="0" u="none" strike="noStrike" kern="0" cap="none" spc="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containers </a:t>
            </a: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remain</a:t>
            </a:r>
            <a:r>
              <a:rPr lang="en-US" altLang="zh-CN" sz="3850" b="0" i="0" u="none" strike="noStrike" kern="0" cap="none" spc="-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safe</a:t>
            </a:r>
            <a:r>
              <a:rPr lang="en-US" altLang="zh-CN" sz="3850" b="0" i="0" u="none" strike="noStrike" kern="0" cap="none" spc="-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and</a:t>
            </a:r>
            <a:r>
              <a:rPr lang="en-US" altLang="zh-CN" sz="3850" b="0" i="0" u="none" strike="noStrike" kern="0" cap="none" spc="-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durable</a:t>
            </a:r>
            <a:r>
              <a:rPr lang="en-US" altLang="zh-CN" sz="3850" b="0" i="0" u="none" strike="noStrike" kern="0" cap="none" spc="-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for</a:t>
            </a:r>
            <a:r>
              <a:rPr lang="en-US" altLang="zh-CN" sz="3850" b="0" i="0" u="none" strike="noStrike" kern="0" cap="none" spc="-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all</a:t>
            </a:r>
            <a:r>
              <a:rPr lang="en-US" altLang="zh-CN" sz="3850" b="0" i="0" u="none" strike="noStrike" kern="0" cap="none" spc="-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food</a:t>
            </a:r>
            <a:r>
              <a:rPr lang="en-US" altLang="zh-CN" sz="3850" b="0" i="0" u="none" strike="noStrike" kern="0" cap="none" spc="-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types.</a:t>
            </a:r>
            <a:endParaRPr lang="zh-CN" altLang="en-US" sz="38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63" name="矩形"/>
          <p:cNvSpPr>
            <a:spLocks/>
          </p:cNvSpPr>
          <p:nvPr/>
        </p:nvSpPr>
        <p:spPr>
          <a:xfrm rot="0">
            <a:off x="261357" y="6597204"/>
            <a:ext cx="5668010" cy="267843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16204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914"/>
              </a:spcBef>
              <a:spcAft>
                <a:spcPts val="0"/>
              </a:spcAft>
              <a:buNone/>
            </a:pP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Pulping:</a:t>
            </a:r>
            <a:r>
              <a:rPr lang="en-US" altLang="zh-CN" sz="3850" b="0" i="0" u="none" strike="noStrike" kern="0" cap="none" spc="-9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fiber</a:t>
            </a:r>
            <a:r>
              <a:rPr lang="en-US" altLang="zh-CN" sz="3850" b="0" i="0" u="none" strike="noStrike" kern="0" cap="none" spc="-9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-1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+</a:t>
            </a:r>
            <a:r>
              <a:rPr lang="en-US" altLang="zh-CN" sz="3850" b="0" i="0" u="none" strike="noStrike" kern="0" cap="none" spc="-9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water</a:t>
            </a:r>
            <a:r>
              <a:rPr lang="en-US" altLang="zh-CN" sz="3850" b="0" i="0" u="none" strike="noStrike" kern="0" cap="none" spc="-9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-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mix</a:t>
            </a:r>
            <a:endParaRPr lang="en-US" altLang="zh-CN" sz="38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  <a:p>
            <a:pPr marL="306070" indent="-29337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Tx/>
              <a:buChar char="-"/>
              <a:tabLst>
                <a:tab pos="306070" algn="l"/>
              </a:tabLst>
            </a:pPr>
            <a:r>
              <a:rPr lang="en-US" altLang="zh-CN" sz="34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Forming:</a:t>
            </a:r>
            <a:r>
              <a:rPr lang="en-US" altLang="zh-CN" sz="3450" b="0" i="0" u="none" strike="noStrike" kern="0" cap="none" spc="-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4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shape</a:t>
            </a:r>
            <a:r>
              <a:rPr lang="en-US" altLang="zh-CN" sz="3450" b="0" i="0" u="none" strike="noStrike" kern="0" cap="none" spc="-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45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creation</a:t>
            </a:r>
            <a:endParaRPr lang="en-US" altLang="zh-CN" sz="34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  <a:p>
            <a:pPr marL="340360" indent="-327660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Tx/>
              <a:buChar char="-"/>
              <a:tabLst>
                <a:tab pos="340360" algn="l"/>
              </a:tabLst>
            </a:pP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Hot</a:t>
            </a:r>
            <a:r>
              <a:rPr lang="en-US" altLang="zh-CN" sz="3850" b="0" i="0" u="none" strike="noStrike" kern="0" cap="none" spc="-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pressing:</a:t>
            </a:r>
            <a:r>
              <a:rPr lang="en-US" altLang="zh-CN" sz="3850" b="0" i="0" u="none" strike="noStrike" kern="0" cap="none" spc="-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strength</a:t>
            </a:r>
            <a:endParaRPr lang="en-US" altLang="zh-CN" sz="38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  <a:p>
            <a:pPr marL="340360" indent="-32766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Tx/>
              <a:buChar char="-"/>
              <a:tabLst>
                <a:tab pos="340360" algn="l"/>
              </a:tabLst>
            </a:pP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Sterilization:</a:t>
            </a:r>
            <a:r>
              <a:rPr lang="en-US" altLang="zh-CN" sz="3850" b="0" i="0" u="none" strike="noStrike" kern="0" cap="none" spc="12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food</a:t>
            </a:r>
            <a:r>
              <a:rPr lang="en-US" altLang="zh-CN" sz="3850" b="0" i="0" u="none" strike="noStrike" kern="0" cap="none" spc="12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safety</a:t>
            </a:r>
            <a:endParaRPr lang="zh-CN" altLang="en-US" sz="38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64" name="文本框"/>
          <p:cNvSpPr>
            <a:spLocks noGrp="1"/>
          </p:cNvSpPr>
          <p:nvPr>
            <p:ph type="title"/>
          </p:nvPr>
        </p:nvSpPr>
        <p:spPr>
          <a:xfrm rot="0">
            <a:off x="261357" y="225118"/>
            <a:ext cx="10422890" cy="19380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3302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ts val="7500"/>
              </a:lnSpc>
              <a:spcBef>
                <a:spcPts val="260"/>
              </a:spcBef>
              <a:spcAft>
                <a:spcPts val="0"/>
              </a:spcAft>
              <a:buNone/>
            </a:pPr>
            <a:r>
              <a:rPr lang="en-US" altLang="zh-CN" sz="6300" b="0" i="0" u="none" strike="noStrike" kern="0" cap="none" spc="71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Key</a:t>
            </a:r>
            <a:r>
              <a:rPr lang="en-US" altLang="zh-CN" sz="6300" b="0" i="0" u="none" strike="noStrike" kern="0" cap="none" spc="53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6300" b="0" i="0" u="none" strike="noStrike" kern="0" cap="none" spc="74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Manufacturing</a:t>
            </a:r>
            <a:r>
              <a:rPr lang="en-US" altLang="zh-CN" sz="6300" b="0" i="0" u="none" strike="noStrike" kern="0" cap="none" spc="53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6300" b="0" i="0" u="none" strike="noStrike" kern="0" cap="none" spc="58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Steps</a:t>
            </a:r>
            <a:r>
              <a:rPr lang="en-US" altLang="zh-CN" sz="6300" b="0" i="0" u="none" strike="noStrike" kern="0" cap="none" spc="53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6300" b="0" i="0" u="none" strike="noStrike" kern="0" cap="none" spc="83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of </a:t>
            </a:r>
            <a:r>
              <a:rPr lang="en-US" altLang="zh-CN" sz="6300" b="0" i="0" u="none" strike="noStrike" kern="0" cap="none" spc="59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Sorghu-</a:t>
            </a:r>
            <a:r>
              <a:rPr lang="en-US" altLang="zh-CN" sz="6300" b="0" i="0" u="none" strike="noStrike" kern="0" cap="none" spc="58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Shield</a:t>
            </a:r>
            <a:endParaRPr lang="zh-CN" altLang="en-US" sz="6300" b="0" i="0" u="none" strike="noStrike" kern="0" cap="none" spc="0" baseline="0">
              <a:solidFill>
                <a:schemeClr val="bg1"/>
              </a:solidFill>
              <a:latin typeface="Arial Narrow" pitchFamily="0" charset="0"/>
              <a:ea typeface="宋体" pitchFamily="0" charset="0"/>
              <a:cs typeface="Arial Narrow" pitchFamily="0" charset="0"/>
            </a:endParaRPr>
          </a:p>
        </p:txBody>
      </p:sp>
      <p:sp>
        <p:nvSpPr>
          <p:cNvPr id="65" name="矩形"/>
          <p:cNvSpPr>
            <a:spLocks/>
          </p:cNvSpPr>
          <p:nvPr/>
        </p:nvSpPr>
        <p:spPr>
          <a:xfrm rot="0">
            <a:off x="10982152" y="211829"/>
            <a:ext cx="4603750" cy="28828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77470" rIns="0" bIns="0" anchor="t" anchorCtr="0">
            <a:prstTxWarp prst="textNoShape"/>
            <a:spAutoFit/>
          </a:bodyPr>
          <a:lstStyle/>
          <a:p>
            <a:pPr marL="525780" indent="-363855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Tx/>
              <a:buAutoNum type="arabicPeriod"/>
              <a:tabLst>
                <a:tab pos="525780" algn="l"/>
              </a:tabLst>
            </a:pPr>
            <a:r>
              <a:rPr lang="en-US" altLang="zh-CN" sz="2700" b="0" i="0" u="none" strike="noStrike" kern="0" cap="none" spc="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Raw</a:t>
            </a:r>
            <a:r>
              <a:rPr lang="en-US" altLang="zh-CN" sz="2700" b="0" i="0" u="none" strike="noStrike" kern="0" cap="none" spc="-114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13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Material</a:t>
            </a:r>
            <a:r>
              <a:rPr lang="en-US" altLang="zh-CN" sz="2700" b="0" i="0" u="none" strike="noStrike" kern="0" cap="none" spc="-11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13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Collection</a:t>
            </a:r>
            <a:endParaRPr lang="en-US" altLang="zh-CN" sz="2700" b="0" i="0" u="none" strike="noStrike" kern="0" cap="none" spc="0" baseline="0">
              <a:solidFill>
                <a:schemeClr val="tx1"/>
              </a:solidFill>
              <a:latin typeface="Arial" pitchFamily="0" charset="0"/>
              <a:ea typeface="Droid Sans"/>
              <a:cs typeface="Arial" pitchFamily="0" charset="0"/>
            </a:endParaRPr>
          </a:p>
          <a:p>
            <a:pPr marL="2544445" indent="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0" cap="none" spc="7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↓</a:t>
            </a:r>
            <a:endParaRPr lang="en-US" altLang="zh-CN" sz="2700" b="0" i="0" u="none" strike="noStrike" kern="0" cap="none" spc="0" baseline="0">
              <a:solidFill>
                <a:schemeClr val="tx1"/>
              </a:solidFill>
              <a:latin typeface="Arial" pitchFamily="0" charset="0"/>
              <a:ea typeface="Droid Sans"/>
              <a:cs typeface="Arial" pitchFamily="0" charset="0"/>
            </a:endParaRPr>
          </a:p>
          <a:p>
            <a:pPr marL="1019810" indent="-36195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Tx/>
              <a:buAutoNum type="arabicPeriod" startAt="2"/>
              <a:tabLst>
                <a:tab pos="1019810" algn="l"/>
              </a:tabLst>
            </a:pPr>
            <a:r>
              <a:rPr lang="en-US" altLang="zh-CN" sz="2700" b="0" i="0" u="none" strike="noStrike" kern="0" cap="none" spc="7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Cleaning</a:t>
            </a:r>
            <a:r>
              <a:rPr lang="en-US" altLang="zh-CN" sz="2700" b="0" i="0" u="none" strike="noStrike" kern="0" cap="none" spc="-9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&amp;</a:t>
            </a:r>
            <a:r>
              <a:rPr lang="en-US" altLang="zh-CN" sz="2700" b="0" i="0" u="none" strike="noStrike" kern="0" cap="none" spc="-9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11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Drying</a:t>
            </a:r>
            <a:endParaRPr lang="en-US" altLang="zh-CN" sz="2700" b="0" i="0" u="none" strike="noStrike" kern="0" cap="none" spc="0" baseline="0">
              <a:solidFill>
                <a:schemeClr val="tx1"/>
              </a:solidFill>
              <a:latin typeface="Arial" pitchFamily="0" charset="0"/>
              <a:ea typeface="Droid Sans"/>
              <a:cs typeface="Arial" pitchFamily="0" charset="0"/>
            </a:endParaRPr>
          </a:p>
          <a:p>
            <a:pPr marL="2544445" indent="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0" cap="none" spc="7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↓</a:t>
            </a:r>
            <a:endParaRPr lang="en-US" altLang="zh-CN" sz="2700" b="0" i="0" u="none" strike="noStrike" kern="0" cap="none" spc="0" baseline="0">
              <a:solidFill>
                <a:schemeClr val="tx1"/>
              </a:solidFill>
              <a:latin typeface="Arial" pitchFamily="0" charset="0"/>
              <a:ea typeface="Droid Sans"/>
              <a:cs typeface="Arial" pitchFamily="0" charset="0"/>
            </a:endParaRPr>
          </a:p>
          <a:p>
            <a:pPr marL="377190" indent="-36449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Tx/>
              <a:buAutoNum type="arabicPeriod" startAt="3"/>
              <a:tabLst>
                <a:tab pos="377190" algn="l"/>
              </a:tabLst>
            </a:pPr>
            <a:r>
              <a:rPr lang="en-US" altLang="zh-CN" sz="2700" b="0" i="0" u="none" strike="noStrike" kern="0" cap="none" spc="85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Crushing</a:t>
            </a:r>
            <a:r>
              <a:rPr lang="en-US" altLang="zh-CN" sz="2700" b="0" i="0" u="none" strike="noStrike" kern="0" cap="none" spc="-114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29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/</a:t>
            </a:r>
            <a:r>
              <a:rPr lang="en-US" altLang="zh-CN" sz="2700" b="0" i="0" u="none" strike="noStrike" kern="0" cap="none" spc="-11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-1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Size</a:t>
            </a:r>
            <a:r>
              <a:rPr lang="en-US" altLang="zh-CN" sz="2700" b="0" i="0" u="none" strike="noStrike" kern="0" cap="none" spc="-11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11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Reduction</a:t>
            </a:r>
            <a:endParaRPr lang="en-US" altLang="zh-CN" sz="2700" b="0" i="0" u="none" strike="noStrike" kern="0" cap="none" spc="0" baseline="0">
              <a:solidFill>
                <a:schemeClr val="tx1"/>
              </a:solidFill>
              <a:latin typeface="Arial" pitchFamily="0" charset="0"/>
              <a:ea typeface="Droid Sans"/>
              <a:cs typeface="Arial" pitchFamily="0" charset="0"/>
            </a:endParaRPr>
          </a:p>
          <a:p>
            <a:pPr marL="2544445" indent="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0" cap="none" spc="7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↓</a:t>
            </a:r>
            <a:endParaRPr lang="zh-CN" altLang="en-US" sz="2700" b="0" i="0" u="none" strike="noStrike" kern="0" cap="none" spc="0" baseline="0">
              <a:solidFill>
                <a:schemeClr val="tx1"/>
              </a:solidFill>
              <a:latin typeface="Arial" pitchFamily="0" charset="0"/>
              <a:ea typeface="Droid Sans"/>
              <a:cs typeface="Arial" pitchFamily="0" charset="0"/>
            </a:endParaRPr>
          </a:p>
        </p:txBody>
      </p:sp>
      <p:sp>
        <p:nvSpPr>
          <p:cNvPr id="66" name="矩形"/>
          <p:cNvSpPr>
            <a:spLocks/>
          </p:cNvSpPr>
          <p:nvPr/>
        </p:nvSpPr>
        <p:spPr>
          <a:xfrm rot="0">
            <a:off x="10160173" y="3069329"/>
            <a:ext cx="6247764" cy="3835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77470" rIns="0" bIns="0" anchor="t" anchorCtr="0">
            <a:prstTxWarp prst="textNoShape"/>
            <a:spAutoFit/>
          </a:bodyPr>
          <a:lstStyle/>
          <a:p>
            <a:pPr marL="873125" indent="-37719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Tx/>
              <a:buAutoNum type="arabicPeriod" startAt="4"/>
              <a:tabLst>
                <a:tab pos="873125" algn="l"/>
              </a:tabLst>
            </a:pPr>
            <a:r>
              <a:rPr lang="en-US" altLang="zh-CN" sz="2700" b="0" i="0" u="none" strike="noStrike" kern="0" cap="none" spc="10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Pulping</a:t>
            </a:r>
            <a:r>
              <a:rPr lang="en-US" altLang="zh-CN" sz="2700" b="0" i="0" u="none" strike="noStrike" kern="0" cap="none" spc="-8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7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(Fiber</a:t>
            </a:r>
            <a:r>
              <a:rPr lang="en-US" altLang="zh-CN" sz="2700" b="0" i="0" u="none" strike="noStrike" kern="0" cap="none" spc="-8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-18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+</a:t>
            </a:r>
            <a:r>
              <a:rPr lang="en-US" altLang="zh-CN" sz="2700" b="0" i="0" u="none" strike="noStrike" kern="0" cap="none" spc="-8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85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Water</a:t>
            </a:r>
            <a:r>
              <a:rPr lang="en-US" altLang="zh-CN" sz="2700" b="0" i="0" u="none" strike="noStrike" kern="0" cap="none" spc="-8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6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Mixing)</a:t>
            </a:r>
            <a:endParaRPr lang="en-US" altLang="zh-CN" sz="2700" b="0" i="0" u="none" strike="noStrike" kern="0" cap="none" spc="0" baseline="0">
              <a:solidFill>
                <a:schemeClr val="tx1"/>
              </a:solidFill>
              <a:latin typeface="Arial" pitchFamily="0" charset="0"/>
              <a:ea typeface="Droid Sans"/>
              <a:cs typeface="Arial" pitchFamily="0" charset="0"/>
            </a:endParaRPr>
          </a:p>
          <a:p>
            <a:pPr marL="3366134" indent="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0" cap="none" spc="7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↓</a:t>
            </a:r>
            <a:endParaRPr lang="en-US" altLang="zh-CN" sz="2700" b="0" i="0" u="none" strike="noStrike" kern="0" cap="none" spc="0" baseline="0">
              <a:solidFill>
                <a:schemeClr val="tx1"/>
              </a:solidFill>
              <a:latin typeface="Arial" pitchFamily="0" charset="0"/>
              <a:ea typeface="Droid Sans"/>
              <a:cs typeface="Arial" pitchFamily="0" charset="0"/>
            </a:endParaRPr>
          </a:p>
          <a:p>
            <a:pPr marL="1614805" indent="-36957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Tx/>
              <a:buAutoNum type="arabicPeriod" startAt="5"/>
              <a:tabLst>
                <a:tab pos="1614805" algn="l"/>
              </a:tabLst>
            </a:pPr>
            <a:r>
              <a:rPr lang="en-US" altLang="zh-CN" sz="2700" b="0" i="0" u="none" strike="noStrike" kern="0" cap="none" spc="7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Screening</a:t>
            </a:r>
            <a:r>
              <a:rPr lang="en-US" altLang="zh-CN" sz="2700" b="0" i="0" u="none" strike="noStrike" kern="0" cap="none" spc="-9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&amp;</a:t>
            </a:r>
            <a:r>
              <a:rPr lang="en-US" altLang="zh-CN" sz="2700" b="0" i="0" u="none" strike="noStrike" kern="0" cap="none" spc="-9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65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Refining</a:t>
            </a:r>
            <a:endParaRPr lang="en-US" altLang="zh-CN" sz="2700" b="0" i="0" u="none" strike="noStrike" kern="0" cap="none" spc="0" baseline="0">
              <a:solidFill>
                <a:schemeClr val="tx1"/>
              </a:solidFill>
              <a:latin typeface="Arial" pitchFamily="0" charset="0"/>
              <a:ea typeface="Droid Sans"/>
              <a:cs typeface="Arial" pitchFamily="0" charset="0"/>
            </a:endParaRPr>
          </a:p>
          <a:p>
            <a:pPr marL="3366134" indent="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0" cap="none" spc="7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↓</a:t>
            </a:r>
            <a:endParaRPr lang="en-US" altLang="zh-CN" sz="2700" b="0" i="0" u="none" strike="noStrike" kern="0" cap="none" spc="0" baseline="0">
              <a:solidFill>
                <a:schemeClr val="tx1"/>
              </a:solidFill>
              <a:latin typeface="Arial" pitchFamily="0" charset="0"/>
              <a:ea typeface="Droid Sans"/>
              <a:cs typeface="Arial" pitchFamily="0" charset="0"/>
            </a:endParaRPr>
          </a:p>
          <a:p>
            <a:pPr marL="397510" indent="-38481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Tx/>
              <a:buAutoNum type="arabicPeriod" startAt="6"/>
              <a:tabLst>
                <a:tab pos="397510" algn="l"/>
              </a:tabLst>
            </a:pPr>
            <a:r>
              <a:rPr lang="en-US" altLang="zh-CN" sz="2700" b="0" i="0" u="none" strike="noStrike" kern="0" cap="none" spc="14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Molding</a:t>
            </a:r>
            <a:r>
              <a:rPr lang="en-US" altLang="zh-CN" sz="2700" b="0" i="0" u="none" strike="noStrike" kern="0" cap="none" spc="-25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29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/</a:t>
            </a:r>
            <a:r>
              <a:rPr lang="en-US" altLang="zh-CN" sz="2700" b="0" i="0" u="none" strike="noStrike" kern="0" cap="none" spc="-2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9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Forming</a:t>
            </a:r>
            <a:r>
              <a:rPr lang="en-US" altLang="zh-CN" sz="2700" b="0" i="0" u="none" strike="noStrike" kern="0" cap="none" spc="-2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(Shape</a:t>
            </a:r>
            <a:r>
              <a:rPr lang="en-US" altLang="zh-CN" sz="2700" b="0" i="0" u="none" strike="noStrike" kern="0" cap="none" spc="-25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85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Creation)</a:t>
            </a:r>
            <a:endParaRPr lang="en-US" altLang="zh-CN" sz="2700" b="0" i="0" u="none" strike="noStrike" kern="0" cap="none" spc="0" baseline="0">
              <a:solidFill>
                <a:schemeClr val="tx1"/>
              </a:solidFill>
              <a:latin typeface="Arial" pitchFamily="0" charset="0"/>
              <a:ea typeface="Droid Sans"/>
              <a:cs typeface="Arial" pitchFamily="0" charset="0"/>
            </a:endParaRPr>
          </a:p>
          <a:p>
            <a:pPr marL="3366134" indent="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0" cap="none" spc="7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↓</a:t>
            </a:r>
            <a:endParaRPr lang="en-US" altLang="zh-CN" sz="2700" b="0" i="0" u="none" strike="noStrike" kern="0" cap="none" spc="0" baseline="0">
              <a:solidFill>
                <a:schemeClr val="tx1"/>
              </a:solidFill>
              <a:latin typeface="Arial" pitchFamily="0" charset="0"/>
              <a:ea typeface="Droid Sans"/>
              <a:cs typeface="Arial" pitchFamily="0" charset="0"/>
            </a:endParaRPr>
          </a:p>
          <a:p>
            <a:pPr marL="1624838" indent="-305435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Tx/>
              <a:buAutoNum type="arabicPeriod" startAt="7"/>
              <a:tabLst>
                <a:tab pos="1624965" algn="l"/>
              </a:tabLst>
            </a:pPr>
            <a:r>
              <a:rPr lang="en-US" altLang="zh-CN" sz="2700" b="0" i="0" u="none" strike="noStrike" kern="0" cap="none" spc="85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Vacuum</a:t>
            </a:r>
            <a:r>
              <a:rPr lang="en-US" altLang="zh-CN" sz="2700" b="0" i="0" u="none" strike="noStrike" kern="0" cap="none" spc="-75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95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Dewatering</a:t>
            </a:r>
            <a:endParaRPr lang="en-US" altLang="zh-CN" sz="2700" b="0" i="0" u="none" strike="noStrike" kern="0" cap="none" spc="0" baseline="0">
              <a:solidFill>
                <a:schemeClr val="tx1"/>
              </a:solidFill>
              <a:latin typeface="Arial" pitchFamily="0" charset="0"/>
              <a:ea typeface="Droid Sans"/>
              <a:cs typeface="Arial" pitchFamily="0" charset="0"/>
            </a:endParaRPr>
          </a:p>
          <a:p>
            <a:pPr marL="3366134" indent="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0" cap="none" spc="7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↓</a:t>
            </a:r>
            <a:endParaRPr lang="zh-CN" altLang="en-US" sz="2700" b="0" i="0" u="none" strike="noStrike" kern="0" cap="none" spc="0" baseline="0">
              <a:solidFill>
                <a:schemeClr val="tx1"/>
              </a:solidFill>
              <a:latin typeface="Arial" pitchFamily="0" charset="0"/>
              <a:ea typeface="Droid Sans"/>
              <a:cs typeface="Arial" pitchFamily="0" charset="0"/>
            </a:endParaRPr>
          </a:p>
        </p:txBody>
      </p:sp>
      <p:sp>
        <p:nvSpPr>
          <p:cNvPr id="67" name="矩形"/>
          <p:cNvSpPr>
            <a:spLocks/>
          </p:cNvSpPr>
          <p:nvPr/>
        </p:nvSpPr>
        <p:spPr>
          <a:xfrm rot="0">
            <a:off x="9487917" y="6879328"/>
            <a:ext cx="7592059" cy="33591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77470" rIns="0" bIns="0" anchor="t" anchorCtr="0">
            <a:prstTxWarp prst="textNoShape"/>
            <a:spAutoFit/>
          </a:bodyPr>
          <a:lstStyle/>
          <a:p>
            <a:pPr marL="389255" indent="-376555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Tx/>
              <a:buAutoNum type="arabicPeriod" startAt="8"/>
              <a:tabLst>
                <a:tab pos="389255" algn="l"/>
              </a:tabLst>
            </a:pPr>
            <a:r>
              <a:rPr lang="en-US" altLang="zh-CN" sz="2700" b="0" i="0" u="none" strike="noStrike" kern="0" cap="none" spc="195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Hot</a:t>
            </a:r>
            <a:r>
              <a:rPr lang="en-US" altLang="zh-CN" sz="2700" b="0" i="0" u="none" strike="noStrike" kern="0" cap="none" spc="-2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Pressing</a:t>
            </a:r>
            <a:r>
              <a:rPr lang="en-US" altLang="zh-CN" sz="2700" b="0" i="0" u="none" strike="noStrike" kern="0" cap="none" spc="-2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6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(High</a:t>
            </a:r>
            <a:r>
              <a:rPr lang="en-US" altLang="zh-CN" sz="2700" b="0" i="0" u="none" strike="noStrike" kern="0" cap="none" spc="-2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10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Temperature</a:t>
            </a:r>
            <a:r>
              <a:rPr lang="en-US" altLang="zh-CN" sz="2700" b="0" i="0" u="none" strike="noStrike" kern="0" cap="none" spc="-2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&amp;</a:t>
            </a:r>
            <a:r>
              <a:rPr lang="en-US" altLang="zh-CN" sz="2700" b="0" i="0" u="none" strike="noStrike" kern="0" cap="none" spc="-15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35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Pressure)</a:t>
            </a:r>
            <a:endParaRPr lang="en-US" altLang="zh-CN" sz="2700" b="0" i="0" u="none" strike="noStrike" kern="0" cap="none" spc="0" baseline="0">
              <a:solidFill>
                <a:schemeClr val="tx1"/>
              </a:solidFill>
              <a:latin typeface="Arial" pitchFamily="0" charset="0"/>
              <a:ea typeface="Droid Sans"/>
              <a:cs typeface="Arial" pitchFamily="0" charset="0"/>
            </a:endParaRPr>
          </a:p>
          <a:p>
            <a:pPr marL="4038600" indent="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0" cap="none" spc="7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↓</a:t>
            </a:r>
            <a:endParaRPr lang="en-US" altLang="zh-CN" sz="2700" b="0" i="0" u="none" strike="noStrike" kern="0" cap="none" spc="0" baseline="0">
              <a:solidFill>
                <a:schemeClr val="tx1"/>
              </a:solidFill>
              <a:latin typeface="Arial" pitchFamily="0" charset="0"/>
              <a:ea typeface="Droid Sans"/>
              <a:cs typeface="Arial" pitchFamily="0" charset="0"/>
            </a:endParaRPr>
          </a:p>
          <a:p>
            <a:pPr marL="2279650" indent="-37592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Tx/>
              <a:buAutoNum type="arabicPeriod" startAt="9"/>
              <a:tabLst>
                <a:tab pos="2279650" algn="l"/>
              </a:tabLst>
            </a:pPr>
            <a:r>
              <a:rPr lang="en-US" altLang="zh-CN" sz="2700" b="0" i="0" u="none" strike="noStrike" kern="0" cap="none" spc="10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Trimming</a:t>
            </a:r>
            <a:r>
              <a:rPr lang="en-US" altLang="zh-CN" sz="2700" b="0" i="0" u="none" strike="noStrike" kern="0" cap="none" spc="-95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&amp;</a:t>
            </a:r>
            <a:r>
              <a:rPr lang="en-US" altLang="zh-CN" sz="2700" b="0" i="0" u="none" strike="noStrike" kern="0" cap="none" spc="-95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6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Finishing</a:t>
            </a:r>
            <a:endParaRPr lang="en-US" altLang="zh-CN" sz="2700" b="0" i="0" u="none" strike="noStrike" kern="0" cap="none" spc="0" baseline="0">
              <a:solidFill>
                <a:schemeClr val="tx1"/>
              </a:solidFill>
              <a:latin typeface="Arial" pitchFamily="0" charset="0"/>
              <a:ea typeface="Droid Sans"/>
              <a:cs typeface="Arial" pitchFamily="0" charset="0"/>
            </a:endParaRPr>
          </a:p>
          <a:p>
            <a:pPr marL="4038600" indent="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0" cap="none" spc="7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↓</a:t>
            </a:r>
            <a:endParaRPr lang="en-US" altLang="zh-CN" sz="2700" b="0" i="0" u="none" strike="noStrike" kern="0" cap="none" spc="0" baseline="0">
              <a:solidFill>
                <a:schemeClr val="tx1"/>
              </a:solidFill>
              <a:latin typeface="Arial" pitchFamily="0" charset="0"/>
              <a:ea typeface="Droid Sans"/>
              <a:cs typeface="Arial" pitchFamily="0" charset="0"/>
            </a:endParaRPr>
          </a:p>
          <a:p>
            <a:pPr marL="1254125" indent="-572135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Tx/>
              <a:buAutoNum type="arabicPeriod" startAt="10"/>
              <a:tabLst>
                <a:tab pos="1254125" algn="l"/>
              </a:tabLst>
            </a:pPr>
            <a:r>
              <a:rPr lang="en-US" altLang="zh-CN" sz="2700" b="0" i="0" u="none" strike="noStrike" kern="0" cap="none" spc="114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Sterilization</a:t>
            </a:r>
            <a:r>
              <a:rPr lang="en-US" altLang="zh-CN" sz="2700" b="0" i="0" u="none" strike="noStrike" kern="0" cap="none" spc="-8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8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(Heat</a:t>
            </a:r>
            <a:r>
              <a:rPr lang="en-US" altLang="zh-CN" sz="2700" b="0" i="0" u="none" strike="noStrike" kern="0" cap="none" spc="-75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29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/</a:t>
            </a:r>
            <a:r>
              <a:rPr lang="en-US" altLang="zh-CN" sz="2700" b="0" i="0" u="none" strike="noStrike" kern="0" cap="none" spc="-75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UV</a:t>
            </a:r>
            <a:r>
              <a:rPr lang="en-US" altLang="zh-CN" sz="2700" b="0" i="0" u="none" strike="noStrike" kern="0" cap="none" spc="-75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95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Treatment)</a:t>
            </a:r>
            <a:endParaRPr lang="en-US" altLang="zh-CN" sz="2700" b="0" i="0" u="none" strike="noStrike" kern="0" cap="none" spc="0" baseline="0">
              <a:solidFill>
                <a:schemeClr val="tx1"/>
              </a:solidFill>
              <a:latin typeface="Arial" pitchFamily="0" charset="0"/>
              <a:ea typeface="Droid Sans"/>
              <a:cs typeface="Arial" pitchFamily="0" charset="0"/>
            </a:endParaRPr>
          </a:p>
          <a:p>
            <a:pPr marL="4038600" indent="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0" cap="none" spc="70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↓</a:t>
            </a:r>
            <a:endParaRPr lang="en-US" altLang="zh-CN" sz="2700" b="0" i="0" u="none" strike="noStrike" kern="0" cap="none" spc="0" baseline="0">
              <a:solidFill>
                <a:schemeClr val="tx1"/>
              </a:solidFill>
              <a:latin typeface="Arial" pitchFamily="0" charset="0"/>
              <a:ea typeface="Droid Sans"/>
              <a:cs typeface="Arial" pitchFamily="0" charset="0"/>
            </a:endParaRPr>
          </a:p>
          <a:p>
            <a:pPr marL="2672715" indent="-545465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Tx/>
              <a:buAutoNum type="arabicPeriod" startAt="11"/>
              <a:tabLst>
                <a:tab pos="2672715" algn="l"/>
              </a:tabLst>
            </a:pPr>
            <a:r>
              <a:rPr lang="en-US" altLang="zh-CN" sz="2700" b="0" i="0" u="none" strike="noStrike" kern="0" cap="none" spc="135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Quality</a:t>
            </a:r>
            <a:r>
              <a:rPr lang="en-US" altLang="zh-CN" sz="2700" b="0" i="0" u="none" strike="noStrike" kern="0" cap="none" spc="-75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2700" b="0" i="0" u="none" strike="noStrike" kern="0" cap="none" spc="55" baseline="0">
                <a:solidFill>
                  <a:srgbClr val="FFFFFF"/>
                </a:solidFill>
                <a:latin typeface="Arial" pitchFamily="0" charset="0"/>
                <a:ea typeface="Droid Sans"/>
                <a:cs typeface="Arial" pitchFamily="0" charset="0"/>
              </a:rPr>
              <a:t>Checking</a:t>
            </a:r>
            <a:endParaRPr lang="zh-CN" altLang="en-US" sz="2700" b="0" i="0" u="none" strike="noStrike" kern="0" cap="none" spc="0" baseline="0">
              <a:solidFill>
                <a:schemeClr val="tx1"/>
              </a:solidFill>
              <a:latin typeface="Arial" pitchFamily="0" charset="0"/>
              <a:ea typeface="Droid Sans"/>
              <a:cs typeface="Arial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615140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文本框"/>
          <p:cNvSpPr>
            <a:spLocks noGrp="1"/>
          </p:cNvSpPr>
          <p:nvPr>
            <p:ph type="ctrTitle"/>
          </p:nvPr>
        </p:nvSpPr>
        <p:spPr>
          <a:xfrm rot="0">
            <a:off x="3666726" y="24212"/>
            <a:ext cx="10928351" cy="137858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397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ts val="6190"/>
              </a:lnSpc>
              <a:spcBef>
                <a:spcPts val="110"/>
              </a:spcBef>
              <a:spcAft>
                <a:spcPts val="0"/>
              </a:spcAft>
              <a:buNone/>
              <a:tabLst>
                <a:tab pos="2662555" algn="l"/>
                <a:tab pos="6755130" algn="l"/>
              </a:tabLst>
            </a:pPr>
            <a:r>
              <a:rPr lang="en-US" altLang="zh-CN" sz="5200" b="0" i="0" u="none" strike="noStrike" kern="0" cap="none" spc="-600" baseline="0">
                <a:solidFill>
                  <a:srgbClr val="1C5628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MACHI</a:t>
            </a:r>
            <a:r>
              <a:rPr lang="en-US" altLang="zh-CN" sz="5200" b="0" i="0" u="none" strike="noStrike" kern="0" cap="none" spc="0" baseline="0">
                <a:solidFill>
                  <a:srgbClr val="1C5628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	</a:t>
            </a:r>
            <a:r>
              <a:rPr lang="en-US" altLang="zh-CN" sz="5200" b="0" i="0" u="none" strike="noStrike" kern="0" cap="none" spc="-915" baseline="0">
                <a:solidFill>
                  <a:srgbClr val="1C461F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ERY</a:t>
            </a:r>
            <a:r>
              <a:rPr lang="en-US" altLang="zh-CN" sz="5200" b="0" i="0" u="none" strike="noStrike" kern="0" cap="none" spc="-170" baseline="0">
                <a:solidFill>
                  <a:srgbClr val="1C461F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5200" b="0" i="0" u="none" strike="noStrike" kern="0" cap="none" spc="-760" baseline="0">
                <a:solidFill>
                  <a:srgbClr val="1D522D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USED</a:t>
            </a:r>
            <a:r>
              <a:rPr lang="en-US" altLang="zh-CN" sz="5200" b="0" i="0" u="none" strike="noStrike" kern="0" cap="none" spc="-25" baseline="0">
                <a:solidFill>
                  <a:srgbClr val="1D522D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 </a:t>
            </a:r>
            <a:r>
              <a:rPr lang="en-US" altLang="zh-CN" sz="5200" b="0" i="0" u="none" strike="noStrike" kern="0" cap="none" spc="-560" baseline="0">
                <a:solidFill>
                  <a:srgbClr val="285231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I</a:t>
            </a:r>
            <a:r>
              <a:rPr lang="en-US" altLang="zh-CN" sz="5200" b="0" i="0" u="none" strike="noStrike" kern="0" cap="none" spc="0" baseline="0">
                <a:solidFill>
                  <a:srgbClr val="285231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	</a:t>
            </a:r>
            <a:r>
              <a:rPr lang="en-US" altLang="zh-CN" sz="5200" b="0" i="0" u="none" strike="noStrike" kern="0" cap="none" spc="-675" baseline="0">
                <a:solidFill>
                  <a:srgbClr val="1C4B26"/>
                </a:solidFill>
                <a:latin typeface="Arial Black" pitchFamily="0" charset="0"/>
                <a:ea typeface="宋体" pitchFamily="0" charset="0"/>
                <a:cs typeface="Arial Black" pitchFamily="0" charset="0"/>
              </a:rPr>
              <a:t>PRODUCTION</a:t>
            </a:r>
            <a:endParaRPr lang="en-US" altLang="zh-CN" sz="5200" b="0" i="0" u="none" strike="noStrike" kern="0" cap="none" spc="0" baseline="0">
              <a:solidFill>
                <a:schemeClr val="bg1"/>
              </a:solidFill>
              <a:latin typeface="Arial Black" pitchFamily="0" charset="0"/>
              <a:ea typeface="宋体" pitchFamily="0" charset="0"/>
              <a:cs typeface="Arial Black" pitchFamily="0" charset="0"/>
            </a:endParaRPr>
          </a:p>
          <a:p>
            <a:pPr marL="276860" indent="0" algn="l">
              <a:lnSpc>
                <a:spcPts val="4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750" b="0" i="0" u="none" strike="noStrike" kern="0" cap="none" spc="-300" baseline="0">
                <a:solidFill>
                  <a:srgbClr val="383838"/>
                </a:solidFill>
                <a:latin typeface="Arial" pitchFamily="0" charset="0"/>
                <a:ea typeface="宋体" pitchFamily="0" charset="0"/>
                <a:cs typeface="Arial" pitchFamily="0" charset="0"/>
              </a:rPr>
              <a:t>Turning</a:t>
            </a:r>
            <a:r>
              <a:rPr lang="en-US" altLang="zh-CN" sz="3750" b="0" i="0" u="none" strike="noStrike" kern="0" cap="none" spc="-30" baseline="0">
                <a:solidFill>
                  <a:srgbClr val="383838"/>
                </a:solidFill>
                <a:latin typeface="Arial" pitchFamily="0" charset="0"/>
                <a:ea typeface="宋体" pitchFamily="0" charset="0"/>
                <a:cs typeface="Arial" pitchFamily="0" charset="0"/>
              </a:rPr>
              <a:t> </a:t>
            </a:r>
            <a:r>
              <a:rPr lang="en-US" altLang="zh-CN" sz="3750" b="0" i="0" u="none" strike="noStrike" kern="0" cap="none" spc="-370" baseline="0">
                <a:solidFill>
                  <a:srgbClr val="343434"/>
                </a:solidFill>
                <a:latin typeface="Arial" pitchFamily="0" charset="0"/>
                <a:ea typeface="宋体" pitchFamily="0" charset="0"/>
                <a:cs typeface="Arial" pitchFamily="0" charset="0"/>
              </a:rPr>
              <a:t>Sorghum</a:t>
            </a:r>
            <a:r>
              <a:rPr lang="en-US" altLang="zh-CN" sz="3750" b="0" i="0" u="none" strike="noStrike" kern="0" cap="none" spc="-80" baseline="0">
                <a:solidFill>
                  <a:srgbClr val="343434"/>
                </a:solidFill>
                <a:latin typeface="Arial" pitchFamily="0" charset="0"/>
                <a:ea typeface="宋体" pitchFamily="0" charset="0"/>
                <a:cs typeface="Arial" pitchFamily="0" charset="0"/>
              </a:rPr>
              <a:t> </a:t>
            </a:r>
            <a:r>
              <a:rPr lang="en-US" altLang="zh-CN" sz="3750" b="0" i="0" u="none" strike="noStrike" kern="0" cap="none" spc="-310" baseline="0">
                <a:solidFill>
                  <a:srgbClr val="313131"/>
                </a:solidFill>
                <a:latin typeface="Arial" pitchFamily="0" charset="0"/>
                <a:ea typeface="宋体" pitchFamily="0" charset="0"/>
                <a:cs typeface="Arial" pitchFamily="0" charset="0"/>
              </a:rPr>
              <a:t>Fiber</a:t>
            </a:r>
            <a:r>
              <a:rPr lang="en-US" altLang="zh-CN" sz="3750" b="0" i="0" u="none" strike="noStrike" kern="0" cap="none" spc="-245" baseline="0">
                <a:solidFill>
                  <a:srgbClr val="313131"/>
                </a:solidFill>
                <a:latin typeface="Arial" pitchFamily="0" charset="0"/>
                <a:ea typeface="宋体" pitchFamily="0" charset="0"/>
                <a:cs typeface="Arial" pitchFamily="0" charset="0"/>
              </a:rPr>
              <a:t> </a:t>
            </a:r>
            <a:r>
              <a:rPr lang="en-US" altLang="zh-CN" sz="3750" b="0" i="0" u="none" strike="noStrike" kern="0" cap="none" spc="-229" baseline="0">
                <a:solidFill>
                  <a:srgbClr val="363636"/>
                </a:solidFill>
                <a:latin typeface="Arial" pitchFamily="0" charset="0"/>
                <a:ea typeface="宋体" pitchFamily="0" charset="0"/>
                <a:cs typeface="Arial" pitchFamily="0" charset="0"/>
              </a:rPr>
              <a:t>Into</a:t>
            </a:r>
            <a:r>
              <a:rPr lang="en-US" altLang="zh-CN" sz="3750" b="0" i="0" u="none" strike="noStrike" kern="0" cap="none" spc="-420" baseline="0">
                <a:solidFill>
                  <a:srgbClr val="363636"/>
                </a:solidFill>
                <a:latin typeface="Arial" pitchFamily="0" charset="0"/>
                <a:ea typeface="宋体" pitchFamily="0" charset="0"/>
                <a:cs typeface="Arial" pitchFamily="0" charset="0"/>
              </a:rPr>
              <a:t> </a:t>
            </a:r>
            <a:r>
              <a:rPr lang="en-US" altLang="zh-CN" sz="3750" b="0" i="0" u="none" strike="noStrike" kern="0" cap="none" spc="-390" baseline="0">
                <a:solidFill>
                  <a:srgbClr val="343434"/>
                </a:solidFill>
                <a:latin typeface="Arial" pitchFamily="0" charset="0"/>
                <a:ea typeface="宋体" pitchFamily="0" charset="0"/>
                <a:cs typeface="Arial" pitchFamily="0" charset="0"/>
              </a:rPr>
              <a:t>Eco-</a:t>
            </a:r>
            <a:r>
              <a:rPr lang="en-US" altLang="zh-CN" sz="3750" b="0" i="0" u="none" strike="noStrike" kern="0" cap="none" spc="-335" baseline="0">
                <a:solidFill>
                  <a:srgbClr val="343434"/>
                </a:solidFill>
                <a:latin typeface="Arial" pitchFamily="0" charset="0"/>
                <a:ea typeface="宋体" pitchFamily="0" charset="0"/>
                <a:cs typeface="Arial" pitchFamily="0" charset="0"/>
              </a:rPr>
              <a:t>Friendly</a:t>
            </a:r>
            <a:r>
              <a:rPr lang="en-US" altLang="zh-CN" sz="3750" b="0" i="0" u="none" strike="noStrike" kern="0" cap="none" spc="-265" baseline="0">
                <a:solidFill>
                  <a:srgbClr val="343434"/>
                </a:solidFill>
                <a:latin typeface="Arial" pitchFamily="0" charset="0"/>
                <a:ea typeface="宋体" pitchFamily="0" charset="0"/>
                <a:cs typeface="Arial" pitchFamily="0" charset="0"/>
              </a:rPr>
              <a:t> </a:t>
            </a:r>
            <a:r>
              <a:rPr lang="en-US" altLang="zh-CN" sz="3750" b="0" i="0" u="none" strike="noStrike" kern="0" cap="none" spc="-409" baseline="0">
                <a:solidFill>
                  <a:srgbClr val="363636"/>
                </a:solidFill>
                <a:latin typeface="Arial" pitchFamily="0" charset="0"/>
                <a:ea typeface="宋体" pitchFamily="0" charset="0"/>
                <a:cs typeface="Arial" pitchFamily="0" charset="0"/>
              </a:rPr>
              <a:t>Food</a:t>
            </a:r>
            <a:r>
              <a:rPr lang="en-US" altLang="zh-CN" sz="3750" b="0" i="0" u="none" strike="noStrike" kern="0" cap="none" spc="-465" baseline="0">
                <a:solidFill>
                  <a:srgbClr val="363636"/>
                </a:solidFill>
                <a:latin typeface="Arial" pitchFamily="0" charset="0"/>
                <a:ea typeface="宋体" pitchFamily="0" charset="0"/>
                <a:cs typeface="Arial" pitchFamily="0" charset="0"/>
              </a:rPr>
              <a:t> </a:t>
            </a:r>
            <a:r>
              <a:rPr lang="en-US" altLang="zh-CN" sz="3750" b="0" i="0" u="none" strike="noStrike" kern="0" cap="none" spc="-405" baseline="0">
                <a:solidFill>
                  <a:srgbClr val="3B3B3B"/>
                </a:solidFill>
                <a:latin typeface="Arial" pitchFamily="0" charset="0"/>
                <a:ea typeface="宋体" pitchFamily="0" charset="0"/>
                <a:cs typeface="Arial" pitchFamily="0" charset="0"/>
              </a:rPr>
              <a:t>Packaging</a:t>
            </a:r>
            <a:endParaRPr lang="zh-CN" altLang="en-US" sz="3750" b="0" i="0" u="none" strike="noStrike" kern="0" cap="none" spc="0" baseline="0">
              <a:solidFill>
                <a:schemeClr val="bg1"/>
              </a:solidFill>
              <a:latin typeface="Arial" pitchFamily="0" charset="0"/>
              <a:ea typeface="宋体" pitchFamily="0" charset="0"/>
              <a:cs typeface="Arial" pitchFamily="0" charset="0"/>
            </a:endParaRPr>
          </a:p>
        </p:txBody>
      </p:sp>
      <p:sp>
        <p:nvSpPr>
          <p:cNvPr id="105" name="矩形"/>
          <p:cNvSpPr>
            <a:spLocks/>
          </p:cNvSpPr>
          <p:nvPr/>
        </p:nvSpPr>
        <p:spPr>
          <a:xfrm rot="0">
            <a:off x="5685434" y="2317849"/>
            <a:ext cx="2302510" cy="5143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3334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0" cap="none" spc="-300" baseline="0">
                <a:solidFill>
                  <a:srgbClr val="1C1C1C"/>
                </a:solidFill>
                <a:latin typeface="Arial" pitchFamily="0" charset="0"/>
                <a:ea typeface="Droid Sans"/>
                <a:cs typeface="Arial" pitchFamily="0" charset="0"/>
              </a:rPr>
              <a:t>9haps</a:t>
            </a:r>
            <a:r>
              <a:rPr lang="en-US" altLang="zh-CN" sz="3200" b="0" i="0" u="none" strike="noStrike" kern="0" cap="none" spc="-215" baseline="0">
                <a:solidFill>
                  <a:srgbClr val="1C1C1C"/>
                </a:solidFill>
                <a:latin typeface="Arial" pitchFamily="0" charset="0"/>
                <a:ea typeface="Droid Sans"/>
                <a:cs typeface="Arial" pitchFamily="0" charset="0"/>
              </a:rPr>
              <a:t> </a:t>
            </a:r>
            <a:r>
              <a:rPr lang="en-US" altLang="zh-CN" sz="3200" b="0" i="0" u="none" strike="noStrike" kern="0" cap="none" spc="-275" baseline="0">
                <a:solidFill>
                  <a:srgbClr val="3F3F3F"/>
                </a:solidFill>
                <a:latin typeface="Arial" pitchFamily="0" charset="0"/>
                <a:ea typeface="Droid Sans"/>
                <a:cs typeface="Arial" pitchFamily="0" charset="0"/>
              </a:rPr>
              <a:t>Creation</a:t>
            </a:r>
            <a:endParaRPr lang="zh-CN" altLang="en-US" sz="3200" b="0" i="0" u="none" strike="noStrike" kern="0" cap="none" spc="0" baseline="0">
              <a:solidFill>
                <a:schemeClr val="tx1"/>
              </a:solidFill>
              <a:latin typeface="Arial" pitchFamily="0" charset="0"/>
              <a:ea typeface="Droid Sans"/>
              <a:cs typeface="Arial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918875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曲线"/>
          <p:cNvSpPr>
            <a:spLocks/>
          </p:cNvSpPr>
          <p:nvPr/>
        </p:nvSpPr>
        <p:spPr>
          <a:xfrm rot="0">
            <a:off x="5727820" y="0"/>
            <a:ext cx="6883399" cy="62674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21490" y="1221"/>
                </a:lnTo>
                <a:lnTo>
                  <a:pt x="21374" y="2488"/>
                </a:lnTo>
                <a:lnTo>
                  <a:pt x="21255" y="3737"/>
                </a:lnTo>
                <a:lnTo>
                  <a:pt x="21139" y="4890"/>
                </a:lnTo>
                <a:lnTo>
                  <a:pt x="21019" y="5998"/>
                </a:lnTo>
                <a:lnTo>
                  <a:pt x="20897" y="7058"/>
                </a:lnTo>
                <a:lnTo>
                  <a:pt x="20772" y="8066"/>
                </a:lnTo>
                <a:lnTo>
                  <a:pt x="20643" y="9019"/>
                </a:lnTo>
                <a:lnTo>
                  <a:pt x="20511" y="9915"/>
                </a:lnTo>
                <a:lnTo>
                  <a:pt x="20376" y="10749"/>
                </a:lnTo>
                <a:lnTo>
                  <a:pt x="20237" y="11519"/>
                </a:lnTo>
                <a:lnTo>
                  <a:pt x="20094" y="12221"/>
                </a:lnTo>
                <a:lnTo>
                  <a:pt x="19947" y="12853"/>
                </a:lnTo>
                <a:lnTo>
                  <a:pt x="19797" y="13410"/>
                </a:lnTo>
                <a:lnTo>
                  <a:pt x="19496" y="14336"/>
                </a:lnTo>
                <a:lnTo>
                  <a:pt x="18769" y="16699"/>
                </a:lnTo>
                <a:lnTo>
                  <a:pt x="18622" y="17152"/>
                </a:lnTo>
                <a:lnTo>
                  <a:pt x="18476" y="17581"/>
                </a:lnTo>
                <a:lnTo>
                  <a:pt x="18328" y="17980"/>
                </a:lnTo>
                <a:lnTo>
                  <a:pt x="18179" y="18343"/>
                </a:lnTo>
                <a:lnTo>
                  <a:pt x="18029" y="18662"/>
                </a:lnTo>
                <a:lnTo>
                  <a:pt x="17878" y="18947"/>
                </a:lnTo>
                <a:lnTo>
                  <a:pt x="17727" y="19209"/>
                </a:lnTo>
                <a:lnTo>
                  <a:pt x="17577" y="19445"/>
                </a:lnTo>
                <a:lnTo>
                  <a:pt x="17426" y="19649"/>
                </a:lnTo>
                <a:lnTo>
                  <a:pt x="17276" y="19818"/>
                </a:lnTo>
                <a:lnTo>
                  <a:pt x="17125" y="19946"/>
                </a:lnTo>
                <a:lnTo>
                  <a:pt x="16974" y="20029"/>
                </a:lnTo>
                <a:lnTo>
                  <a:pt x="16822" y="20062"/>
                </a:lnTo>
                <a:lnTo>
                  <a:pt x="16670" y="20042"/>
                </a:lnTo>
                <a:lnTo>
                  <a:pt x="16518" y="19963"/>
                </a:lnTo>
                <a:lnTo>
                  <a:pt x="16364" y="19821"/>
                </a:lnTo>
                <a:lnTo>
                  <a:pt x="16189" y="19724"/>
                </a:lnTo>
                <a:lnTo>
                  <a:pt x="16015" y="19791"/>
                </a:lnTo>
                <a:lnTo>
                  <a:pt x="15842" y="19967"/>
                </a:lnTo>
                <a:lnTo>
                  <a:pt x="15669" y="20198"/>
                </a:lnTo>
                <a:lnTo>
                  <a:pt x="15550" y="20376"/>
                </a:lnTo>
                <a:lnTo>
                  <a:pt x="15310" y="20801"/>
                </a:lnTo>
                <a:lnTo>
                  <a:pt x="15190" y="20979"/>
                </a:lnTo>
                <a:lnTo>
                  <a:pt x="15028" y="21185"/>
                </a:lnTo>
                <a:lnTo>
                  <a:pt x="14866" y="21350"/>
                </a:lnTo>
                <a:lnTo>
                  <a:pt x="14705" y="21473"/>
                </a:lnTo>
                <a:lnTo>
                  <a:pt x="14544" y="21554"/>
                </a:lnTo>
                <a:lnTo>
                  <a:pt x="14383" y="21593"/>
                </a:lnTo>
                <a:lnTo>
                  <a:pt x="14223" y="21589"/>
                </a:lnTo>
                <a:lnTo>
                  <a:pt x="14063" y="21542"/>
                </a:lnTo>
                <a:lnTo>
                  <a:pt x="13903" y="21452"/>
                </a:lnTo>
                <a:lnTo>
                  <a:pt x="13744" y="21319"/>
                </a:lnTo>
                <a:lnTo>
                  <a:pt x="13585" y="21141"/>
                </a:lnTo>
                <a:lnTo>
                  <a:pt x="13426" y="20920"/>
                </a:lnTo>
                <a:lnTo>
                  <a:pt x="13268" y="20654"/>
                </a:lnTo>
                <a:lnTo>
                  <a:pt x="13110" y="20344"/>
                </a:lnTo>
                <a:lnTo>
                  <a:pt x="12952" y="19988"/>
                </a:lnTo>
                <a:lnTo>
                  <a:pt x="12795" y="19587"/>
                </a:lnTo>
                <a:lnTo>
                  <a:pt x="12495" y="18752"/>
                </a:lnTo>
                <a:lnTo>
                  <a:pt x="12208" y="18028"/>
                </a:lnTo>
                <a:lnTo>
                  <a:pt x="11917" y="17356"/>
                </a:lnTo>
                <a:lnTo>
                  <a:pt x="11004" y="15361"/>
                </a:lnTo>
                <a:lnTo>
                  <a:pt x="10843" y="14994"/>
                </a:lnTo>
                <a:lnTo>
                  <a:pt x="10695" y="14621"/>
                </a:lnTo>
                <a:lnTo>
                  <a:pt x="10389" y="13927"/>
                </a:lnTo>
                <a:lnTo>
                  <a:pt x="10070" y="13230"/>
                </a:lnTo>
                <a:lnTo>
                  <a:pt x="9908" y="12855"/>
                </a:lnTo>
                <a:lnTo>
                  <a:pt x="9745" y="12448"/>
                </a:lnTo>
                <a:lnTo>
                  <a:pt x="9581" y="11998"/>
                </a:lnTo>
                <a:lnTo>
                  <a:pt x="9417" y="11496"/>
                </a:lnTo>
                <a:lnTo>
                  <a:pt x="9254" y="10930"/>
                </a:lnTo>
                <a:lnTo>
                  <a:pt x="9093" y="10290"/>
                </a:lnTo>
                <a:lnTo>
                  <a:pt x="8942" y="10062"/>
                </a:lnTo>
                <a:lnTo>
                  <a:pt x="8491" y="9252"/>
                </a:lnTo>
                <a:lnTo>
                  <a:pt x="8341" y="9001"/>
                </a:lnTo>
                <a:lnTo>
                  <a:pt x="8189" y="8788"/>
                </a:lnTo>
                <a:lnTo>
                  <a:pt x="8038" y="8631"/>
                </a:lnTo>
                <a:lnTo>
                  <a:pt x="7885" y="8548"/>
                </a:lnTo>
                <a:lnTo>
                  <a:pt x="7731" y="8557"/>
                </a:lnTo>
                <a:lnTo>
                  <a:pt x="7576" y="8675"/>
                </a:lnTo>
                <a:lnTo>
                  <a:pt x="7415" y="8824"/>
                </a:lnTo>
                <a:lnTo>
                  <a:pt x="7254" y="8948"/>
                </a:lnTo>
                <a:lnTo>
                  <a:pt x="6929" y="9137"/>
                </a:lnTo>
                <a:lnTo>
                  <a:pt x="6117" y="9458"/>
                </a:lnTo>
                <a:lnTo>
                  <a:pt x="5951" y="9571"/>
                </a:lnTo>
                <a:lnTo>
                  <a:pt x="5785" y="9766"/>
                </a:lnTo>
                <a:lnTo>
                  <a:pt x="5620" y="10036"/>
                </a:lnTo>
                <a:lnTo>
                  <a:pt x="5456" y="10371"/>
                </a:lnTo>
                <a:lnTo>
                  <a:pt x="5292" y="10763"/>
                </a:lnTo>
                <a:lnTo>
                  <a:pt x="5143" y="11147"/>
                </a:lnTo>
                <a:lnTo>
                  <a:pt x="4993" y="11513"/>
                </a:lnTo>
                <a:lnTo>
                  <a:pt x="4843" y="11855"/>
                </a:lnTo>
                <a:lnTo>
                  <a:pt x="4692" y="12165"/>
                </a:lnTo>
                <a:lnTo>
                  <a:pt x="4541" y="12439"/>
                </a:lnTo>
                <a:lnTo>
                  <a:pt x="4390" y="12668"/>
                </a:lnTo>
                <a:lnTo>
                  <a:pt x="4238" y="12848"/>
                </a:lnTo>
                <a:lnTo>
                  <a:pt x="4085" y="12972"/>
                </a:lnTo>
                <a:lnTo>
                  <a:pt x="3932" y="13033"/>
                </a:lnTo>
                <a:lnTo>
                  <a:pt x="3779" y="13026"/>
                </a:lnTo>
                <a:lnTo>
                  <a:pt x="3636" y="13086"/>
                </a:lnTo>
                <a:lnTo>
                  <a:pt x="3501" y="13387"/>
                </a:lnTo>
                <a:lnTo>
                  <a:pt x="3375" y="13937"/>
                </a:lnTo>
                <a:lnTo>
                  <a:pt x="3256" y="14745"/>
                </a:lnTo>
                <a:lnTo>
                  <a:pt x="3115" y="15783"/>
                </a:lnTo>
                <a:lnTo>
                  <a:pt x="2965" y="16601"/>
                </a:lnTo>
                <a:lnTo>
                  <a:pt x="2808" y="17232"/>
                </a:lnTo>
                <a:lnTo>
                  <a:pt x="2648" y="17710"/>
                </a:lnTo>
                <a:lnTo>
                  <a:pt x="2487" y="18068"/>
                </a:lnTo>
                <a:lnTo>
                  <a:pt x="2335" y="18366"/>
                </a:lnTo>
                <a:lnTo>
                  <a:pt x="2184" y="18589"/>
                </a:lnTo>
                <a:lnTo>
                  <a:pt x="2034" y="18728"/>
                </a:lnTo>
                <a:lnTo>
                  <a:pt x="1886" y="18773"/>
                </a:lnTo>
                <a:lnTo>
                  <a:pt x="1739" y="18714"/>
                </a:lnTo>
                <a:lnTo>
                  <a:pt x="1594" y="18541"/>
                </a:lnTo>
                <a:lnTo>
                  <a:pt x="1450" y="18244"/>
                </a:lnTo>
                <a:lnTo>
                  <a:pt x="1309" y="17814"/>
                </a:lnTo>
                <a:lnTo>
                  <a:pt x="1170" y="17240"/>
                </a:lnTo>
                <a:lnTo>
                  <a:pt x="1033" y="16514"/>
                </a:lnTo>
                <a:lnTo>
                  <a:pt x="898" y="15625"/>
                </a:lnTo>
                <a:lnTo>
                  <a:pt x="766" y="14563"/>
                </a:lnTo>
                <a:lnTo>
                  <a:pt x="635" y="13267"/>
                </a:lnTo>
                <a:lnTo>
                  <a:pt x="517" y="11851"/>
                </a:lnTo>
                <a:lnTo>
                  <a:pt x="415" y="10312"/>
                </a:lnTo>
                <a:lnTo>
                  <a:pt x="329" y="8643"/>
                </a:lnTo>
                <a:lnTo>
                  <a:pt x="262" y="7064"/>
                </a:lnTo>
                <a:lnTo>
                  <a:pt x="197" y="5475"/>
                </a:lnTo>
                <a:lnTo>
                  <a:pt x="135" y="3874"/>
                </a:lnTo>
                <a:lnTo>
                  <a:pt x="75" y="2261"/>
                </a:lnTo>
                <a:lnTo>
                  <a:pt x="20" y="635"/>
                </a:ln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875C3D"/>
          </a:solidFill>
          <a:ln cmpd="sng" cap="flat">
            <a:noFill/>
            <a:prstDash val="solid"/>
            <a:miter/>
          </a:ln>
        </p:spPr>
      </p:sp>
      <p:sp>
        <p:nvSpPr>
          <p:cNvPr id="107" name="文本框"/>
          <p:cNvSpPr>
            <a:spLocks noGrp="1"/>
          </p:cNvSpPr>
          <p:nvPr>
            <p:ph type="title"/>
          </p:nvPr>
        </p:nvSpPr>
        <p:spPr>
          <a:xfrm rot="0">
            <a:off x="1067354" y="695181"/>
            <a:ext cx="11943080" cy="1092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7000" b="0" i="0" u="none" strike="noStrike" kern="0" cap="none" spc="70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Advantages</a:t>
            </a:r>
            <a:r>
              <a:rPr lang="en-US" altLang="zh-CN" sz="7000" b="0" i="0" u="none" strike="noStrike" kern="0" cap="none" spc="58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7000" b="0" i="0" u="none" strike="noStrike" kern="0" cap="none" spc="944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of</a:t>
            </a:r>
            <a:r>
              <a:rPr lang="en-US" altLang="zh-CN" sz="7000" b="0" i="0" u="none" strike="noStrike" kern="0" cap="none" spc="59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7000" b="0" i="0" u="none" strike="noStrike" kern="0" cap="none" spc="66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Sorghu-</a:t>
            </a:r>
            <a:r>
              <a:rPr lang="en-US" altLang="zh-CN" sz="7000" b="0" i="0" u="none" strike="noStrike" kern="0" cap="none" spc="65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Shield</a:t>
            </a:r>
            <a:endParaRPr lang="zh-CN" altLang="en-US" sz="7000" b="0" i="0" u="none" strike="noStrike" kern="0" cap="none" spc="655" baseline="0">
              <a:solidFill>
                <a:schemeClr val="bg1"/>
              </a:solidFill>
              <a:latin typeface="Arial Narrow" pitchFamily="0" charset="0"/>
              <a:ea typeface="宋体" pitchFamily="0" charset="0"/>
              <a:cs typeface="Arial Narrow" pitchFamily="0" charset="0"/>
            </a:endParaRPr>
          </a:p>
        </p:txBody>
      </p:sp>
      <p:sp>
        <p:nvSpPr>
          <p:cNvPr id="108" name="文本框"/>
          <p:cNvSpPr>
            <a:spLocks noGrp="1"/>
          </p:cNvSpPr>
          <p:nvPr>
            <p:ph type="body" idx="2"/>
          </p:nvPr>
        </p:nvSpPr>
        <p:spPr>
          <a:xfrm rot="0">
            <a:off x="274091" y="2288824"/>
            <a:ext cx="5471795" cy="538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800" b="0" i="0" u="none" strike="noStrike" kern="0" cap="none" spc="19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ECO-</a:t>
            </a:r>
            <a:r>
              <a:rPr lang="en-US" altLang="zh-CN" sz="3800" b="0" i="0" u="none" strike="noStrike" kern="0" cap="none" spc="17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FRIENDLY</a:t>
            </a:r>
            <a:endParaRPr lang="en-US" altLang="zh-CN" sz="3800" b="0" i="0" u="none" strike="noStrike" kern="0" cap="none" spc="175" baseline="0">
              <a:solidFill>
                <a:schemeClr val="bg1"/>
              </a:solidFill>
              <a:latin typeface="Arial Narrow" pitchFamily="0" charset="0"/>
              <a:ea typeface="宋体" pitchFamily="0" charset="0"/>
              <a:cs typeface="Arial Narrow" pitchFamily="0" charset="0"/>
            </a:endParaRPr>
          </a:p>
          <a:p>
            <a:pPr marL="12700" indent="-635" algn="ctr">
              <a:lnSpc>
                <a:spcPct val="116000"/>
              </a:lnSpc>
              <a:spcBef>
                <a:spcPts val="3509"/>
              </a:spcBef>
              <a:spcAft>
                <a:spcPts val="0"/>
              </a:spcAft>
              <a:buNone/>
            </a:pPr>
            <a:r>
              <a:rPr lang="en-US" altLang="zh-CN" sz="3500" b="0" i="0" u="none" strike="noStrike" kern="0" cap="none" spc="6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Sorghu-Shield</a:t>
            </a:r>
            <a:r>
              <a:rPr lang="en-US" altLang="zh-CN" sz="3500" b="0" i="0" u="none" strike="noStrike" kern="0" cap="none" spc="-13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9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is</a:t>
            </a:r>
            <a:r>
              <a:rPr lang="en-US" altLang="zh-CN" sz="3500" b="0" i="0" u="none" strike="noStrike" kern="0" cap="none" spc="-13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-2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made </a:t>
            </a:r>
            <a:r>
              <a:rPr lang="en-US" altLang="zh-CN" sz="3500" b="0" i="0" u="none" strike="noStrike" kern="0" cap="none" spc="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from</a:t>
            </a:r>
            <a:r>
              <a:rPr lang="en-US" altLang="zh-CN" sz="3500" b="0" i="0" u="none" strike="noStrike" kern="0" cap="none" spc="-14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500" b="1" i="0" u="none" strike="noStrike" kern="0" cap="none" spc="-55" baseline="0">
                <a:solidFill>
                  <a:schemeClr val="bg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renewable</a:t>
            </a:r>
            <a:r>
              <a:rPr lang="en-US" altLang="zh-CN" sz="3500" b="1" i="0" u="none" strike="noStrike" kern="0" cap="none" spc="-204" baseline="0">
                <a:solidFill>
                  <a:schemeClr val="bg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3500" b="1" i="0" u="none" strike="noStrike" kern="0" cap="none" spc="-10" baseline="0">
                <a:solidFill>
                  <a:schemeClr val="bg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materials</a:t>
            </a:r>
            <a:r>
              <a:rPr lang="en-US" altLang="zh-CN" sz="3500" b="0" i="0" u="none" strike="noStrike" kern="0" cap="none" spc="-1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, </a:t>
            </a:r>
            <a:r>
              <a:rPr lang="en-US" altLang="zh-CN" sz="3500" b="0" i="0" u="none" strike="noStrike" kern="0" cap="none" spc="5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ensuring</a:t>
            </a:r>
            <a:r>
              <a:rPr lang="en-US" altLang="zh-CN" sz="3500" b="0" i="0" u="none" strike="noStrike" kern="0" cap="none" spc="-12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a</a:t>
            </a:r>
            <a:r>
              <a:rPr lang="en-US" altLang="zh-CN" sz="3500" b="0" i="0" u="none" strike="noStrike" kern="0" cap="none" spc="-12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-1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minimal </a:t>
            </a:r>
            <a:r>
              <a:rPr lang="en-US" altLang="zh-CN" sz="3500" b="0" i="0" u="none" strike="noStrike" kern="0" cap="none" spc="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environmental</a:t>
            </a:r>
            <a:r>
              <a:rPr lang="en-US" altLang="zh-CN" sz="3500" b="0" i="0" u="none" strike="noStrike" kern="0" cap="none" spc="18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4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footprint </a:t>
            </a:r>
            <a:r>
              <a:rPr lang="en-US" altLang="zh-CN" sz="3500" b="0" i="0" u="none" strike="noStrike" kern="0" cap="none" spc="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and</a:t>
            </a:r>
            <a:r>
              <a:rPr lang="en-US" altLang="zh-CN" sz="3500" b="0" i="0" u="none" strike="noStrike" kern="0" cap="none" spc="-7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6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supporting</a:t>
            </a:r>
            <a:r>
              <a:rPr lang="en-US" altLang="zh-CN" sz="3500" b="0" i="0" u="none" strike="noStrike" kern="0" cap="none" spc="-7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4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sustainable </a:t>
            </a:r>
            <a:r>
              <a:rPr lang="en-US" altLang="zh-CN" sz="3500" b="0" i="0" u="none" strike="noStrike" kern="0" cap="none" spc="7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practices</a:t>
            </a:r>
            <a:r>
              <a:rPr lang="en-US" altLang="zh-CN" sz="3500" b="0" i="0" u="none" strike="noStrike" kern="0" cap="none" spc="-8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in</a:t>
            </a:r>
            <a:r>
              <a:rPr lang="en-US" altLang="zh-CN" sz="3500" b="0" i="0" u="none" strike="noStrike" kern="0" cap="none" spc="-8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-2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food </a:t>
            </a:r>
            <a:r>
              <a:rPr lang="en-US" altLang="zh-CN" sz="3500" b="0" i="0" u="none" strike="noStrike" kern="0" cap="none" spc="-1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packaging.</a:t>
            </a:r>
            <a:endParaRPr lang="zh-CN" altLang="en-US" sz="3500" b="0" i="0" u="none" strike="noStrike" kern="0" cap="none" spc="0" baseline="0">
              <a:solidFill>
                <a:schemeClr val="bg1"/>
              </a:solidFill>
              <a:latin typeface="Tahoma" pitchFamily="0" charset="0"/>
              <a:ea typeface="宋体" pitchFamily="0" charset="0"/>
              <a:cs typeface="Tahoma" pitchFamily="0" charset="0"/>
            </a:endParaRPr>
          </a:p>
        </p:txBody>
      </p:sp>
      <p:sp>
        <p:nvSpPr>
          <p:cNvPr id="109" name="矩形"/>
          <p:cNvSpPr>
            <a:spLocks/>
          </p:cNvSpPr>
          <p:nvPr/>
        </p:nvSpPr>
        <p:spPr>
          <a:xfrm rot="0">
            <a:off x="6467574" y="2598388"/>
            <a:ext cx="5353050" cy="47656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800" b="0" i="0" u="none" strike="noStrike" kern="0" cap="none" spc="25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LEAK-</a:t>
            </a:r>
            <a:r>
              <a:rPr lang="en-US" altLang="zh-CN" sz="3800" b="0" i="0" u="none" strike="noStrike" kern="0" cap="none" spc="10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PROOF</a:t>
            </a:r>
            <a:endParaRPr lang="en-US" altLang="zh-CN" sz="3800" b="0" i="0" u="none" strike="noStrike" kern="0" cap="none" spc="0" baseline="0">
              <a:solidFill>
                <a:schemeClr val="tx1"/>
              </a:solidFill>
              <a:latin typeface="Arial Narrow" pitchFamily="0" charset="0"/>
              <a:ea typeface="Droid Sans"/>
              <a:cs typeface="Arial Narrow" pitchFamily="0" charset="0"/>
            </a:endParaRPr>
          </a:p>
          <a:p>
            <a:pPr marL="12700" indent="0" algn="ctr">
              <a:lnSpc>
                <a:spcPct val="116000"/>
              </a:lnSpc>
              <a:spcBef>
                <a:spcPts val="3509"/>
              </a:spcBef>
              <a:spcAft>
                <a:spcPts val="0"/>
              </a:spcAft>
              <a:buNone/>
            </a:pPr>
            <a:r>
              <a:rPr lang="en-US" altLang="zh-CN" sz="35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Designed</a:t>
            </a:r>
            <a:r>
              <a:rPr lang="en-US" altLang="zh-CN" sz="3500" b="0" i="0" u="none" strike="noStrike" kern="0" cap="none" spc="-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to</a:t>
            </a:r>
            <a:r>
              <a:rPr lang="en-US" altLang="zh-CN" sz="3500" b="0" i="0" u="none" strike="noStrike" kern="0" cap="none" spc="-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be</a:t>
            </a:r>
            <a:r>
              <a:rPr lang="en-US" altLang="zh-CN" sz="3500" b="0" i="0" u="none" strike="noStrike" kern="0" cap="none" spc="-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1" i="0" u="none" strike="noStrike" kern="0" cap="none" spc="-2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leak-</a:t>
            </a:r>
            <a:r>
              <a:rPr lang="en-US" altLang="zh-CN" sz="3500" b="1" i="0" u="none" strike="noStrike" kern="0" cap="none" spc="-3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proof</a:t>
            </a:r>
            <a:r>
              <a:rPr lang="en-US" altLang="zh-CN" sz="3500" b="0" i="0" u="none" strike="noStrike" kern="0" cap="none" spc="-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, </a:t>
            </a:r>
            <a:r>
              <a:rPr lang="en-US" altLang="zh-CN" sz="350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Sorghu-Shield</a:t>
            </a:r>
            <a:r>
              <a:rPr lang="en-US" altLang="zh-CN" sz="3500" b="0" i="0" u="none" strike="noStrike" kern="0" cap="none" spc="-1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containers </a:t>
            </a:r>
            <a:r>
              <a:rPr lang="en-US" altLang="zh-CN" sz="3500" b="0" i="0" u="none" strike="noStrike" kern="0" cap="none" spc="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can</a:t>
            </a:r>
            <a:r>
              <a:rPr lang="en-US" altLang="zh-CN" sz="3500" b="0" i="0" u="none" strike="noStrike" kern="0" cap="none" spc="-1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hold</a:t>
            </a:r>
            <a:r>
              <a:rPr lang="en-US" altLang="zh-CN" sz="3500" b="0" i="0" u="none" strike="noStrike" kern="0" cap="none" spc="-1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hot,</a:t>
            </a:r>
            <a:r>
              <a:rPr lang="en-US" altLang="zh-CN" sz="3500" b="0" i="0" u="none" strike="noStrike" kern="0" cap="none" spc="-1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liquid</a:t>
            </a:r>
            <a:r>
              <a:rPr lang="en-US" altLang="zh-CN" sz="3500" b="0" i="0" u="none" strike="noStrike" kern="0" cap="none" spc="-1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foods </a:t>
            </a:r>
            <a:r>
              <a:rPr lang="en-US" altLang="zh-CN" sz="35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without</a:t>
            </a:r>
            <a:r>
              <a:rPr lang="en-US" altLang="zh-CN" sz="3500" b="0" i="0" u="none" strike="noStrike" kern="0" cap="none" spc="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compromising </a:t>
            </a:r>
            <a:r>
              <a:rPr lang="en-US" altLang="zh-CN" sz="35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integrity,</a:t>
            </a:r>
            <a:r>
              <a:rPr lang="en-US" altLang="zh-CN" sz="3500" b="0" i="0" u="none" strike="noStrike" kern="0" cap="none" spc="-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ensuring </a:t>
            </a:r>
            <a:r>
              <a:rPr lang="en-US" altLang="zh-CN" sz="35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customer</a:t>
            </a:r>
            <a:r>
              <a:rPr lang="en-US" altLang="zh-CN" sz="3500" b="0" i="0" u="none" strike="noStrike" kern="0" cap="none" spc="-1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satisfaction.</a:t>
            </a:r>
            <a:endParaRPr lang="zh-CN" altLang="en-US" sz="35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110" name="文本框"/>
          <p:cNvSpPr>
            <a:spLocks noGrp="1"/>
          </p:cNvSpPr>
          <p:nvPr>
            <p:ph type="body" idx="3"/>
          </p:nvPr>
        </p:nvSpPr>
        <p:spPr>
          <a:xfrm rot="0">
            <a:off x="12576522" y="2597688"/>
            <a:ext cx="5327014" cy="612584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7620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700" b="0" i="0" u="none" strike="noStrike" kern="0" cap="none" spc="21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COST-</a:t>
            </a:r>
            <a:r>
              <a:rPr lang="en-US" altLang="zh-CN" sz="3700" b="0" i="0" u="none" strike="noStrike" kern="0" cap="none" spc="18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EFFECTIVE</a:t>
            </a:r>
            <a:endParaRPr lang="en-US" altLang="zh-CN" sz="3700" b="0" i="0" u="none" strike="noStrike" kern="0" cap="none" spc="180" baseline="0">
              <a:solidFill>
                <a:schemeClr val="bg1"/>
              </a:solidFill>
              <a:latin typeface="Arial Narrow" pitchFamily="0" charset="0"/>
              <a:ea typeface="宋体" pitchFamily="0" charset="0"/>
              <a:cs typeface="Arial Narrow" pitchFamily="0" charset="0"/>
            </a:endParaRPr>
          </a:p>
          <a:p>
            <a:pPr marL="76200" indent="0" algn="ctr">
              <a:lnSpc>
                <a:spcPct val="100000"/>
              </a:lnSpc>
              <a:spcBef>
                <a:spcPts val="4180"/>
              </a:spcBef>
              <a:spcAft>
                <a:spcPts val="0"/>
              </a:spcAft>
              <a:buNone/>
            </a:pPr>
            <a:r>
              <a:rPr lang="en-US" altLang="zh-CN" sz="3400" b="0" i="0" u="none" strike="noStrike" kern="0" cap="none" spc="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With</a:t>
            </a:r>
            <a:r>
              <a:rPr lang="en-US" altLang="zh-CN" sz="3400" b="0" i="0" u="none" strike="noStrike" kern="0" cap="none" spc="-13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a</a:t>
            </a:r>
            <a:r>
              <a:rPr lang="en-US" altLang="zh-CN" sz="3400" b="0" i="0" u="none" strike="noStrike" kern="0" cap="none" spc="-13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4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production</a:t>
            </a:r>
            <a:r>
              <a:rPr lang="en-US" altLang="zh-CN" sz="3400" b="0" i="0" u="none" strike="noStrike" kern="0" cap="none" spc="-13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8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cost</a:t>
            </a:r>
            <a:r>
              <a:rPr lang="en-US" altLang="zh-CN" sz="3400" b="0" i="0" u="none" strike="noStrike" kern="0" cap="none" spc="-13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-2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of</a:t>
            </a:r>
            <a:endParaRPr lang="en-US" altLang="zh-CN" sz="3400" b="0" i="0" u="none" strike="noStrike" kern="0" cap="none" spc="0" baseline="0">
              <a:solidFill>
                <a:schemeClr val="bg1"/>
              </a:solidFill>
              <a:latin typeface="Tahoma" pitchFamily="0" charset="0"/>
              <a:ea typeface="宋体" pitchFamily="0" charset="0"/>
              <a:cs typeface="Tahoma" pitchFamily="0" charset="0"/>
            </a:endParaRPr>
          </a:p>
          <a:p>
            <a:pPr marL="227965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0" cap="none" spc="0" baseline="0">
                <a:solidFill>
                  <a:schemeClr val="bg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₹1.90</a:t>
            </a:r>
            <a:r>
              <a:rPr lang="en-US" altLang="zh-CN" sz="3400" b="1" i="0" u="none" strike="noStrike" kern="0" cap="none" spc="-215" baseline="0">
                <a:solidFill>
                  <a:schemeClr val="bg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3400" b="1" i="0" u="none" strike="noStrike" kern="0" cap="none" spc="-30" baseline="0">
                <a:solidFill>
                  <a:schemeClr val="bg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per</a:t>
            </a:r>
            <a:r>
              <a:rPr lang="en-US" altLang="zh-CN" sz="3400" b="1" i="0" u="none" strike="noStrike" kern="0" cap="none" spc="-210" baseline="0">
                <a:solidFill>
                  <a:schemeClr val="bg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3400" b="1" i="0" u="none" strike="noStrike" kern="0" cap="none" spc="-35" baseline="0">
                <a:solidFill>
                  <a:schemeClr val="bg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box</a:t>
            </a:r>
            <a:r>
              <a:rPr lang="en-US" altLang="zh-CN" sz="3400" b="0" i="0" u="none" strike="noStrike" kern="0" cap="none" spc="-3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,</a:t>
            </a:r>
            <a:r>
              <a:rPr lang="en-US" altLang="zh-CN" sz="3400" b="0" i="0" u="none" strike="noStrike" kern="0" cap="none" spc="-15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4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Sorghu- </a:t>
            </a:r>
            <a:r>
              <a:rPr lang="en-US" altLang="zh-CN" sz="3400" b="0" i="0" u="none" strike="noStrike" kern="0" cap="none" spc="5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Shield</a:t>
            </a:r>
            <a:r>
              <a:rPr lang="en-US" altLang="zh-CN" sz="3400" b="0" i="0" u="none" strike="noStrike" kern="0" cap="none" spc="-10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offers</a:t>
            </a:r>
            <a:r>
              <a:rPr lang="en-US" altLang="zh-CN" sz="3400" b="0" i="0" u="none" strike="noStrike" kern="0" cap="none" spc="-9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a</a:t>
            </a:r>
            <a:r>
              <a:rPr lang="en-US" altLang="zh-CN" sz="3400" b="0" i="0" u="none" strike="noStrike" kern="0" cap="none" spc="-9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4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budget- </a:t>
            </a:r>
            <a:r>
              <a:rPr lang="en-US" altLang="zh-CN" sz="3400" b="0" i="0" u="none" strike="noStrike" kern="0" cap="none" spc="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friendly</a:t>
            </a:r>
            <a:r>
              <a:rPr lang="en-US" altLang="zh-CN" sz="3400" b="0" i="0" u="none" strike="noStrike" kern="0" cap="none" spc="15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alternative</a:t>
            </a:r>
            <a:r>
              <a:rPr lang="en-US" altLang="zh-CN" sz="3400" b="0" i="0" u="none" strike="noStrike" kern="0" cap="none" spc="16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-2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to </a:t>
            </a:r>
            <a:r>
              <a:rPr lang="en-US" altLang="zh-CN" sz="3400" b="0" i="0" u="none" strike="noStrike" kern="0" cap="none" spc="5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traditional</a:t>
            </a:r>
            <a:r>
              <a:rPr lang="en-US" altLang="zh-CN" sz="3400" b="0" i="0" u="none" strike="noStrike" kern="0" cap="none" spc="-10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3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packaging </a:t>
            </a:r>
            <a:r>
              <a:rPr lang="en-US" altLang="zh-CN" sz="3400" b="0" i="0" u="none" strike="noStrike" kern="0" cap="none" spc="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options,</a:t>
            </a:r>
            <a:r>
              <a:rPr lang="en-US" altLang="zh-CN" sz="3400" b="0" i="0" u="none" strike="noStrike" kern="0" cap="none" spc="14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3400" b="0" i="0" u="none" strike="noStrike" kern="0" cap="none" spc="-1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enhancing profitability.</a:t>
            </a:r>
            <a:endParaRPr lang="zh-CN" altLang="en-US" sz="3400" b="0" i="0" u="none" strike="noStrike" kern="0" cap="none" spc="0" baseline="0">
              <a:solidFill>
                <a:schemeClr val="bg1"/>
              </a:solidFill>
              <a:latin typeface="Tahoma" pitchFamily="0" charset="0"/>
              <a:ea typeface="宋体" pitchFamily="0" charset="0"/>
              <a:cs typeface="Tahom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649214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片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2172949" y="0"/>
            <a:ext cx="6115048" cy="1028699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12" name="文本框"/>
          <p:cNvSpPr>
            <a:spLocks noGrp="1"/>
          </p:cNvSpPr>
          <p:nvPr>
            <p:ph type="body" idx="1"/>
          </p:nvPr>
        </p:nvSpPr>
        <p:spPr>
          <a:xfrm rot="0">
            <a:off x="208017" y="2532063"/>
            <a:ext cx="11469369" cy="41275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700" b="1" i="0" u="none" strike="noStrike" kern="0" cap="none" spc="0" baseline="0">
                <a:solidFill>
                  <a:schemeClr val="bg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MATERIAL</a:t>
            </a:r>
            <a:r>
              <a:rPr lang="en-US" altLang="zh-CN" sz="3700" b="1" i="0" u="none" strike="noStrike" kern="0" cap="none" spc="-80" baseline="0">
                <a:solidFill>
                  <a:schemeClr val="bg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3700" b="1" i="0" u="none" strike="noStrike" kern="0" cap="none" spc="0" baseline="0">
                <a:solidFill>
                  <a:schemeClr val="bg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STRENGTH</a:t>
            </a:r>
            <a:r>
              <a:rPr lang="en-US" altLang="zh-CN" sz="3700" b="1" i="0" u="none" strike="noStrike" kern="0" cap="none" spc="-80" baseline="0">
                <a:solidFill>
                  <a:schemeClr val="bg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3700" b="1" i="0" u="none" strike="noStrike" kern="0" cap="none" spc="0" baseline="0">
                <a:solidFill>
                  <a:schemeClr val="bg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AND</a:t>
            </a:r>
            <a:r>
              <a:rPr lang="en-US" altLang="zh-CN" sz="3700" b="1" i="0" u="none" strike="noStrike" kern="0" cap="none" spc="-80" baseline="0">
                <a:solidFill>
                  <a:schemeClr val="bg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3700" b="1" i="0" u="none" strike="noStrike" kern="0" cap="none" spc="0" baseline="0">
                <a:solidFill>
                  <a:schemeClr val="bg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ENVIRONMENTAL</a:t>
            </a:r>
            <a:r>
              <a:rPr lang="en-US" altLang="zh-CN" sz="3700" b="1" i="0" u="none" strike="noStrike" kern="0" cap="none" spc="-80" baseline="0">
                <a:solidFill>
                  <a:schemeClr val="bg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3700" b="1" i="0" u="none" strike="noStrike" kern="0" cap="none" spc="105" baseline="0">
                <a:solidFill>
                  <a:schemeClr val="bg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IMPACT</a:t>
            </a:r>
            <a:endParaRPr lang="en-US" altLang="zh-CN" sz="3700" b="1" i="0" u="none" strike="noStrike" kern="0" cap="none" spc="105" baseline="0">
              <a:solidFill>
                <a:schemeClr val="bg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  <a:p>
            <a:pPr marL="12700" indent="0" algn="l">
              <a:lnSpc>
                <a:spcPct val="116000"/>
              </a:lnSpc>
              <a:spcBef>
                <a:spcPts val="3259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0" cap="none" spc="7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Sorghu-</a:t>
            </a:r>
            <a:r>
              <a:rPr lang="en-US" altLang="zh-CN" sz="4400" b="0" i="0" u="none" strike="noStrike" kern="0" cap="none" spc="8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Shield</a:t>
            </a:r>
            <a:r>
              <a:rPr lang="en-US" altLang="zh-CN" sz="4400" b="0" i="0" u="none" strike="noStrike" kern="0" cap="none" spc="-15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6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packaging</a:t>
            </a:r>
            <a:r>
              <a:rPr lang="en-US" altLang="zh-CN" sz="4400" b="0" i="0" u="none" strike="noStrike" kern="0" cap="none" spc="-15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6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outperforms </a:t>
            </a:r>
            <a:r>
              <a:rPr lang="en-US" altLang="zh-CN" sz="4400" b="0" i="0" u="none" strike="noStrike" kern="0" cap="none" spc="7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traditional</a:t>
            </a:r>
            <a:r>
              <a:rPr lang="en-US" altLang="zh-CN" sz="4400" b="0" i="0" u="none" strike="noStrike" kern="0" cap="none" spc="-12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6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materials</a:t>
            </a:r>
            <a:r>
              <a:rPr lang="en-US" altLang="zh-CN" sz="4400" b="0" i="0" u="none" strike="noStrike" kern="0" cap="none" spc="-12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like</a:t>
            </a:r>
            <a:r>
              <a:rPr lang="en-US" altLang="zh-CN" sz="4400" b="0" i="0" u="none" strike="noStrike" kern="0" cap="none" spc="-12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10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plastic</a:t>
            </a:r>
            <a:r>
              <a:rPr lang="en-US" altLang="zh-CN" sz="4400" b="0" i="0" u="none" strike="noStrike" kern="0" cap="none" spc="-114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and</a:t>
            </a:r>
            <a:r>
              <a:rPr lang="en-US" altLang="zh-CN" sz="4400" b="0" i="0" u="none" strike="noStrike" kern="0" cap="none" spc="-12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6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paper</a:t>
            </a:r>
            <a:r>
              <a:rPr lang="en-US" altLang="zh-CN" sz="4400" b="0" i="0" u="none" strike="noStrike" kern="0" cap="none" spc="-12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3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in </a:t>
            </a:r>
            <a:r>
              <a:rPr lang="en-US" altLang="zh-CN" sz="4400" b="0" i="0" u="none" strike="noStrike" kern="0" cap="none" spc="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strength,</a:t>
            </a:r>
            <a:r>
              <a:rPr lang="en-US" altLang="zh-CN" sz="4400" b="0" i="0" u="none" strike="noStrike" kern="0" cap="none" spc="-2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7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leak-</a:t>
            </a:r>
            <a:r>
              <a:rPr lang="en-US" altLang="zh-CN" sz="4400" b="0" i="0" u="none" strike="noStrike" kern="0" cap="none" spc="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proof</a:t>
            </a:r>
            <a:r>
              <a:rPr lang="en-US" altLang="zh-CN" sz="4400" b="0" i="0" u="none" strike="noStrike" kern="0" cap="none" spc="-2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7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capabilities,</a:t>
            </a:r>
            <a:r>
              <a:rPr lang="en-US" altLang="zh-CN" sz="4400" b="0" i="0" u="none" strike="noStrike" kern="0" cap="none" spc="-2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and</a:t>
            </a:r>
            <a:r>
              <a:rPr lang="en-US" altLang="zh-CN" sz="4400" b="0" i="0" u="none" strike="noStrike" kern="0" cap="none" spc="-2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8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eco- </a:t>
            </a:r>
            <a:r>
              <a:rPr lang="en-US" altLang="zh-CN" sz="4400" b="0" i="0" u="none" strike="noStrike" kern="0" cap="none" spc="7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friendliness</a:t>
            </a:r>
            <a:r>
              <a:rPr lang="en-US" altLang="zh-CN" sz="4400" b="0" i="0" u="none" strike="noStrike" kern="0" cap="none" spc="-13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while</a:t>
            </a:r>
            <a:r>
              <a:rPr lang="en-US" altLang="zh-CN" sz="4400" b="0" i="0" u="none" strike="noStrike" kern="0" cap="none" spc="-13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5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being</a:t>
            </a:r>
            <a:r>
              <a:rPr lang="en-US" altLang="zh-CN" sz="4400" b="0" i="0" u="none" strike="noStrike" kern="0" cap="none" spc="-13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 </a:t>
            </a:r>
            <a:r>
              <a:rPr lang="en-US" altLang="zh-CN" sz="4400" b="0" i="0" u="none" strike="noStrike" kern="0" cap="none" spc="125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cost-</a:t>
            </a:r>
            <a:r>
              <a:rPr lang="en-US" altLang="zh-CN" sz="4400" b="0" i="0" u="none" strike="noStrike" kern="0" cap="none" spc="-10" baseline="0">
                <a:solidFill>
                  <a:schemeClr val="bg1"/>
                </a:solidFill>
                <a:latin typeface="Tahoma" pitchFamily="0" charset="0"/>
                <a:ea typeface="宋体" pitchFamily="0" charset="0"/>
                <a:cs typeface="Tahoma" pitchFamily="0" charset="0"/>
              </a:rPr>
              <a:t>effective.</a:t>
            </a:r>
            <a:endParaRPr lang="zh-CN" altLang="en-US" sz="4400" b="1" i="0" u="none" strike="noStrike" kern="0" cap="none" spc="0" baseline="0">
              <a:solidFill>
                <a:schemeClr val="bg1"/>
              </a:solidFill>
              <a:latin typeface="Tahoma" pitchFamily="0" charset="0"/>
              <a:ea typeface="宋体" pitchFamily="0" charset="0"/>
              <a:cs typeface="Tahoma" pitchFamily="0" charset="0"/>
            </a:endParaRPr>
          </a:p>
        </p:txBody>
      </p:sp>
      <p:sp>
        <p:nvSpPr>
          <p:cNvPr id="113" name="文本框"/>
          <p:cNvSpPr>
            <a:spLocks noGrp="1"/>
          </p:cNvSpPr>
          <p:nvPr>
            <p:ph type="title"/>
          </p:nvPr>
        </p:nvSpPr>
        <p:spPr>
          <a:xfrm rot="0">
            <a:off x="208017" y="-87852"/>
            <a:ext cx="11435080" cy="216598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3175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ts val="84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altLang="zh-CN" sz="7050" b="0" i="0" u="none" strike="noStrike" kern="0" cap="none" spc="82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Comparing</a:t>
            </a:r>
            <a:r>
              <a:rPr lang="en-US" altLang="zh-CN" sz="7050" b="0" i="0" u="none" strike="noStrike" kern="0" cap="none" spc="57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7050" b="0" i="0" u="none" strike="noStrike" kern="0" cap="none" spc="75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Sorghum </a:t>
            </a:r>
            <a:r>
              <a:rPr lang="en-US" altLang="zh-CN" sz="7050" b="0" i="0" u="none" strike="noStrike" kern="0" cap="none" spc="66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Packaging</a:t>
            </a:r>
            <a:r>
              <a:rPr lang="en-US" altLang="zh-CN" sz="7050" b="0" i="0" u="none" strike="noStrike" kern="0" cap="none" spc="59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7050" b="0" i="0" u="none" strike="noStrike" kern="0" cap="none" spc="81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with</a:t>
            </a:r>
            <a:r>
              <a:rPr lang="en-US" altLang="zh-CN" sz="7050" b="0" i="0" u="none" strike="noStrike" kern="0" cap="none" spc="59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7050" b="0" i="0" u="none" strike="noStrike" kern="0" cap="none" spc="67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Alternatives</a:t>
            </a:r>
            <a:endParaRPr lang="zh-CN" altLang="en-US" sz="7050" b="0" i="0" u="none" strike="noStrike" kern="0" cap="none" spc="0" baseline="0">
              <a:solidFill>
                <a:schemeClr val="bg1"/>
              </a:solidFill>
              <a:latin typeface="Arial Narrow" pitchFamily="0" charset="0"/>
              <a:ea typeface="宋体" pitchFamily="0" charset="0"/>
              <a:cs typeface="Arial Narrow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150714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图片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1639651" y="31345"/>
            <a:ext cx="5910522" cy="5910526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15" name="矩形"/>
          <p:cNvSpPr>
            <a:spLocks/>
          </p:cNvSpPr>
          <p:nvPr/>
        </p:nvSpPr>
        <p:spPr>
          <a:xfrm rot="0">
            <a:off x="16953982" y="830951"/>
            <a:ext cx="838200" cy="513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32384" rIns="0" bIns="0" anchor="t" anchorCtr="0">
            <a:prstTxWarp prst="textNoShape"/>
            <a:spAutoFit/>
          </a:bodyPr>
          <a:lstStyle/>
          <a:p>
            <a:pPr marL="187198" indent="-175260" algn="l">
              <a:lnSpc>
                <a:spcPts val="1860"/>
              </a:lnSpc>
              <a:spcBef>
                <a:spcPts val="254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PLASTIC </a:t>
            </a:r>
            <a:r>
              <a:rPr lang="en-US" altLang="zh-CN" sz="1650" b="0" i="0" u="none" strike="noStrike" kern="0" cap="none" spc="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31%</a:t>
            </a:r>
            <a:endParaRPr lang="zh-CN" altLang="en-US" sz="16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116" name="矩形"/>
          <p:cNvSpPr>
            <a:spLocks/>
          </p:cNvSpPr>
          <p:nvPr/>
        </p:nvSpPr>
        <p:spPr>
          <a:xfrm rot="0">
            <a:off x="11693006" y="340292"/>
            <a:ext cx="1047115" cy="513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32384" rIns="0" bIns="0" anchor="t" anchorCtr="0">
            <a:prstTxWarp prst="textNoShape"/>
            <a:spAutoFit/>
          </a:bodyPr>
          <a:lstStyle/>
          <a:p>
            <a:pPr marL="295783" indent="-283845" algn="l">
              <a:lnSpc>
                <a:spcPts val="1860"/>
              </a:lnSpc>
              <a:spcBef>
                <a:spcPts val="254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BAGASSES </a:t>
            </a:r>
            <a:r>
              <a:rPr lang="en-US" altLang="zh-CN" sz="1650" b="0" i="0" u="none" strike="noStrike" kern="0" cap="none" spc="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25%</a:t>
            </a:r>
            <a:endParaRPr lang="zh-CN" altLang="en-US" sz="16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117" name="矩形"/>
          <p:cNvSpPr>
            <a:spLocks/>
          </p:cNvSpPr>
          <p:nvPr/>
        </p:nvSpPr>
        <p:spPr>
          <a:xfrm rot="0">
            <a:off x="10925716" y="5003975"/>
            <a:ext cx="1447165" cy="513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32384" rIns="0" bIns="0" anchor="t" anchorCtr="0">
            <a:prstTxWarp prst="textNoShape"/>
            <a:spAutoFit/>
          </a:bodyPr>
          <a:lstStyle/>
          <a:p>
            <a:pPr marL="491998" indent="-479933" algn="l">
              <a:lnSpc>
                <a:spcPts val="1860"/>
              </a:lnSpc>
              <a:spcBef>
                <a:spcPts val="254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SORGHUM</a:t>
            </a:r>
            <a:r>
              <a:rPr lang="en-US" altLang="zh-CN" sz="1650" b="0" i="0" u="none" strike="noStrike" kern="0" cap="none" spc="-7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1650" b="0" i="0" u="none" strike="noStrike" kern="0" cap="none" spc="-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BOX </a:t>
            </a:r>
            <a:r>
              <a:rPr lang="en-US" altLang="zh-CN" sz="1650" b="0" i="0" u="none" strike="noStrike" kern="0" cap="none" spc="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21%</a:t>
            </a:r>
            <a:endParaRPr lang="zh-CN" altLang="en-US" sz="16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118" name="矩形"/>
          <p:cNvSpPr>
            <a:spLocks/>
          </p:cNvSpPr>
          <p:nvPr/>
        </p:nvSpPr>
        <p:spPr>
          <a:xfrm rot="0">
            <a:off x="12122742" y="5718356"/>
            <a:ext cx="5640069" cy="14795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32384" rIns="0" bIns="0" anchor="t" anchorCtr="0">
            <a:prstTxWarp prst="textNoShape"/>
            <a:spAutoFit/>
          </a:bodyPr>
          <a:lstStyle/>
          <a:p>
            <a:pPr marL="3773170" indent="-76200" algn="l">
              <a:lnSpc>
                <a:spcPts val="1860"/>
              </a:lnSpc>
              <a:spcBef>
                <a:spcPts val="254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PAPER </a:t>
            </a:r>
            <a:r>
              <a:rPr lang="en-US" altLang="zh-CN" sz="1650" b="0" i="0" u="none" strike="noStrike" kern="0" cap="none" spc="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23%</a:t>
            </a:r>
            <a:endParaRPr lang="en-US" altLang="zh-CN" sz="16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  <a:p>
            <a:pPr marL="2129663" indent="-2117725" algn="l">
              <a:lnSpc>
                <a:spcPct val="125000"/>
              </a:lnSpc>
              <a:spcBef>
                <a:spcPts val="1420"/>
              </a:spcBef>
              <a:spcAft>
                <a:spcPts val="0"/>
              </a:spcAft>
              <a:buNone/>
            </a:pPr>
            <a:r>
              <a:rPr lang="en-US" altLang="zh-CN" sz="205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Cost</a:t>
            </a:r>
            <a:r>
              <a:rPr lang="en-US" altLang="zh-CN" sz="2050" b="0" i="0" u="none" strike="noStrike" kern="0" cap="none" spc="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20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Comparison</a:t>
            </a:r>
            <a:r>
              <a:rPr lang="en-US" altLang="zh-CN" sz="2050" b="0" i="0" u="none" strike="noStrike" kern="0" cap="none" spc="1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20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of</a:t>
            </a:r>
            <a:r>
              <a:rPr lang="en-US" altLang="zh-CN" sz="2050" b="0" i="0" u="none" strike="noStrike" kern="0" cap="none" spc="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20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Sorghum</a:t>
            </a:r>
            <a:r>
              <a:rPr lang="en-US" altLang="zh-CN" sz="2050" b="0" i="0" u="none" strike="noStrike" kern="0" cap="none" spc="1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20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Packaging</a:t>
            </a:r>
            <a:r>
              <a:rPr lang="en-US" altLang="zh-CN" sz="2050" b="0" i="0" u="none" strike="noStrike" kern="0" cap="none" spc="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205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Against Alternatives</a:t>
            </a:r>
            <a:endParaRPr lang="zh-CN" altLang="en-US" sz="20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119" name="矩形"/>
          <p:cNvSpPr>
            <a:spLocks/>
          </p:cNvSpPr>
          <p:nvPr/>
        </p:nvSpPr>
        <p:spPr>
          <a:xfrm rot="0">
            <a:off x="244146" y="2875620"/>
            <a:ext cx="6599555" cy="14922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065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25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altLang="zh-CN" sz="3850" b="0" i="0" u="none" strike="noStrike" kern="0" cap="none" spc="-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3850" b="0" i="0" u="none" strike="noStrike" kern="0" cap="none" spc="-2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chart</a:t>
            </a:r>
            <a:r>
              <a:rPr lang="en-US" altLang="zh-CN" sz="3850" b="0" i="0" u="none" strike="noStrike" kern="0" cap="none" spc="-2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illustrates</a:t>
            </a:r>
            <a:r>
              <a:rPr lang="en-US" altLang="zh-CN" sz="3850" b="0" i="0" u="none" strike="noStrike" kern="0" cap="none" spc="-2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3850" b="0" i="0" u="none" strike="noStrike" kern="0" cap="none" spc="-2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1" i="0" u="none" strike="noStrike" kern="0" cap="none" spc="-1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cost- </a:t>
            </a:r>
            <a:r>
              <a:rPr lang="en-US" altLang="zh-CN" sz="3850" b="1" i="0" u="none" strike="noStrike" kern="0" cap="none" spc="-11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effectiveness</a:t>
            </a:r>
            <a:r>
              <a:rPr lang="en-US" altLang="zh-CN" sz="3850" b="1" i="0" u="none" strike="noStrike" kern="0" cap="none" spc="-23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850" b="0" i="0" u="none" strike="noStrike" kern="0" cap="none" spc="-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of</a:t>
            </a:r>
            <a:r>
              <a:rPr lang="en-US" altLang="zh-CN" sz="3850" b="0" i="0" u="none" strike="noStrike" kern="0" cap="none" spc="-2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Sorghu-</a:t>
            </a:r>
            <a:r>
              <a:rPr lang="en-US" altLang="zh-CN" sz="385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Shield</a:t>
            </a:r>
            <a:endParaRPr lang="zh-CN" altLang="en-US" sz="38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120" name="矩形"/>
          <p:cNvSpPr>
            <a:spLocks/>
          </p:cNvSpPr>
          <p:nvPr/>
        </p:nvSpPr>
        <p:spPr>
          <a:xfrm rot="0">
            <a:off x="244146" y="4342471"/>
            <a:ext cx="7724140" cy="36925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065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25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altLang="zh-CN" sz="385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packaging</a:t>
            </a:r>
            <a:r>
              <a:rPr lang="en-US" altLang="zh-CN" sz="3850" b="0" i="0" u="none" strike="noStrike" kern="0" cap="none" spc="-2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-2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compared</a:t>
            </a:r>
            <a:r>
              <a:rPr lang="en-US" altLang="zh-CN" sz="3850" b="0" i="0" u="none" strike="noStrike" kern="0" cap="none" spc="-2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to</a:t>
            </a:r>
            <a:r>
              <a:rPr lang="en-US" altLang="zh-CN" sz="3850" b="0" i="0" u="none" strike="noStrike" kern="0" cap="none" spc="-2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alternatives. </a:t>
            </a: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Sorghu-Shield</a:t>
            </a:r>
            <a:r>
              <a:rPr lang="en-US" altLang="zh-CN" sz="3850" b="0" i="0" u="none" strike="noStrike" kern="0" cap="none" spc="-27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-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emerges</a:t>
            </a:r>
            <a:r>
              <a:rPr lang="en-US" altLang="zh-CN" sz="3850" b="0" i="0" u="none" strike="noStrike" kern="0" cap="none" spc="-27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as</a:t>
            </a:r>
            <a:r>
              <a:rPr lang="en-US" altLang="zh-CN" sz="3850" b="0" i="0" u="none" strike="noStrike" kern="0" cap="none" spc="-27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3850" b="0" i="0" u="none" strike="noStrike" kern="0" cap="none" spc="-27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1" i="0" u="none" strike="noStrike" kern="0" cap="none" spc="-2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most </a:t>
            </a:r>
            <a:r>
              <a:rPr lang="en-US" altLang="zh-CN" sz="3850" b="1" i="0" u="none" strike="noStrike" kern="0" cap="none" spc="-11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affordable</a:t>
            </a:r>
            <a:r>
              <a:rPr lang="en-US" altLang="zh-CN" sz="3850" b="1" i="0" u="none" strike="noStrike" kern="0" cap="none" spc="-22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850" b="0" i="0" u="none" strike="noStrike" kern="0" cap="none" spc="-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option,</a:t>
            </a:r>
            <a:r>
              <a:rPr lang="en-US" altLang="zh-CN" sz="3850" b="0" i="0" u="none" strike="noStrike" kern="0" cap="none" spc="-2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promoting </a:t>
            </a:r>
            <a:r>
              <a:rPr lang="en-US" altLang="zh-CN" sz="38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sustainability</a:t>
            </a:r>
            <a:r>
              <a:rPr lang="en-US" altLang="zh-CN" sz="3850" b="0" i="0" u="none" strike="noStrike" kern="0" cap="none" spc="-2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-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without</a:t>
            </a:r>
            <a:r>
              <a:rPr lang="en-US" altLang="zh-CN" sz="3850" b="0" i="0" u="none" strike="noStrike" kern="0" cap="none" spc="-229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85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compromising quality.</a:t>
            </a:r>
            <a:endParaRPr lang="zh-CN" altLang="en-US" sz="38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121" name="文本框"/>
          <p:cNvSpPr>
            <a:spLocks noGrp="1"/>
          </p:cNvSpPr>
          <p:nvPr>
            <p:ph type="title"/>
          </p:nvPr>
        </p:nvSpPr>
        <p:spPr>
          <a:xfrm rot="0">
            <a:off x="244146" y="126984"/>
            <a:ext cx="7693025" cy="23018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33655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ts val="893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lang="en-US" altLang="zh-CN" sz="7500" b="0" i="0" u="none" strike="noStrike" kern="0" cap="none" spc="894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Cost</a:t>
            </a:r>
            <a:r>
              <a:rPr lang="en-US" altLang="zh-CN" sz="7500" b="0" i="0" u="none" strike="noStrike" kern="0" cap="none" spc="61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7500" b="0" i="0" u="none" strike="noStrike" kern="0" cap="none" spc="83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Comparison </a:t>
            </a:r>
            <a:r>
              <a:rPr lang="en-US" altLang="zh-CN" sz="7500" b="0" i="0" u="none" strike="noStrike" kern="0" cap="none" spc="101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of</a:t>
            </a:r>
            <a:r>
              <a:rPr lang="en-US" altLang="zh-CN" sz="7500" b="0" i="0" u="none" strike="noStrike" kern="0" cap="none" spc="61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7500" b="0" i="0" u="none" strike="noStrike" kern="0" cap="none" spc="76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Eco</a:t>
            </a:r>
            <a:r>
              <a:rPr lang="en-US" altLang="zh-CN" sz="7500" b="0" i="0" u="none" strike="noStrike" kern="0" cap="none" spc="61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7500" b="0" i="0" u="none" strike="noStrike" kern="0" cap="none" spc="69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Packaging</a:t>
            </a:r>
            <a:endParaRPr lang="zh-CN" altLang="en-US" sz="7500" b="0" i="0" u="none" strike="noStrike" kern="0" cap="none" spc="0" baseline="0">
              <a:solidFill>
                <a:schemeClr val="bg1"/>
              </a:solidFill>
              <a:latin typeface="Arial Narrow" pitchFamily="0" charset="0"/>
              <a:ea typeface="宋体" pitchFamily="0" charset="0"/>
              <a:cs typeface="Arial Narrow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265995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曲线"/>
          <p:cNvSpPr>
            <a:spLocks/>
          </p:cNvSpPr>
          <p:nvPr/>
        </p:nvSpPr>
        <p:spPr>
          <a:xfrm rot="0">
            <a:off x="5727820" y="0"/>
            <a:ext cx="6883399" cy="62674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21490" y="1221"/>
                </a:lnTo>
                <a:lnTo>
                  <a:pt x="21374" y="2488"/>
                </a:lnTo>
                <a:lnTo>
                  <a:pt x="21255" y="3737"/>
                </a:lnTo>
                <a:lnTo>
                  <a:pt x="21139" y="4890"/>
                </a:lnTo>
                <a:lnTo>
                  <a:pt x="21019" y="5998"/>
                </a:lnTo>
                <a:lnTo>
                  <a:pt x="20897" y="7058"/>
                </a:lnTo>
                <a:lnTo>
                  <a:pt x="20772" y="8066"/>
                </a:lnTo>
                <a:lnTo>
                  <a:pt x="20643" y="9019"/>
                </a:lnTo>
                <a:lnTo>
                  <a:pt x="20511" y="9915"/>
                </a:lnTo>
                <a:lnTo>
                  <a:pt x="20376" y="10749"/>
                </a:lnTo>
                <a:lnTo>
                  <a:pt x="20237" y="11519"/>
                </a:lnTo>
                <a:lnTo>
                  <a:pt x="20094" y="12221"/>
                </a:lnTo>
                <a:lnTo>
                  <a:pt x="19947" y="12853"/>
                </a:lnTo>
                <a:lnTo>
                  <a:pt x="19797" y="13410"/>
                </a:lnTo>
                <a:lnTo>
                  <a:pt x="19496" y="14336"/>
                </a:lnTo>
                <a:lnTo>
                  <a:pt x="18769" y="16699"/>
                </a:lnTo>
                <a:lnTo>
                  <a:pt x="18622" y="17152"/>
                </a:lnTo>
                <a:lnTo>
                  <a:pt x="18476" y="17581"/>
                </a:lnTo>
                <a:lnTo>
                  <a:pt x="18328" y="17980"/>
                </a:lnTo>
                <a:lnTo>
                  <a:pt x="18179" y="18343"/>
                </a:lnTo>
                <a:lnTo>
                  <a:pt x="18029" y="18662"/>
                </a:lnTo>
                <a:lnTo>
                  <a:pt x="17878" y="18947"/>
                </a:lnTo>
                <a:lnTo>
                  <a:pt x="17727" y="19209"/>
                </a:lnTo>
                <a:lnTo>
                  <a:pt x="17577" y="19445"/>
                </a:lnTo>
                <a:lnTo>
                  <a:pt x="17426" y="19649"/>
                </a:lnTo>
                <a:lnTo>
                  <a:pt x="17276" y="19818"/>
                </a:lnTo>
                <a:lnTo>
                  <a:pt x="17125" y="19946"/>
                </a:lnTo>
                <a:lnTo>
                  <a:pt x="16974" y="20029"/>
                </a:lnTo>
                <a:lnTo>
                  <a:pt x="16822" y="20062"/>
                </a:lnTo>
                <a:lnTo>
                  <a:pt x="16670" y="20042"/>
                </a:lnTo>
                <a:lnTo>
                  <a:pt x="16518" y="19963"/>
                </a:lnTo>
                <a:lnTo>
                  <a:pt x="16364" y="19821"/>
                </a:lnTo>
                <a:lnTo>
                  <a:pt x="16189" y="19724"/>
                </a:lnTo>
                <a:lnTo>
                  <a:pt x="16015" y="19791"/>
                </a:lnTo>
                <a:lnTo>
                  <a:pt x="15842" y="19967"/>
                </a:lnTo>
                <a:lnTo>
                  <a:pt x="15669" y="20198"/>
                </a:lnTo>
                <a:lnTo>
                  <a:pt x="15550" y="20376"/>
                </a:lnTo>
                <a:lnTo>
                  <a:pt x="15310" y="20801"/>
                </a:lnTo>
                <a:lnTo>
                  <a:pt x="15190" y="20979"/>
                </a:lnTo>
                <a:lnTo>
                  <a:pt x="15028" y="21185"/>
                </a:lnTo>
                <a:lnTo>
                  <a:pt x="14866" y="21350"/>
                </a:lnTo>
                <a:lnTo>
                  <a:pt x="14705" y="21473"/>
                </a:lnTo>
                <a:lnTo>
                  <a:pt x="14544" y="21554"/>
                </a:lnTo>
                <a:lnTo>
                  <a:pt x="14383" y="21593"/>
                </a:lnTo>
                <a:lnTo>
                  <a:pt x="14223" y="21589"/>
                </a:lnTo>
                <a:lnTo>
                  <a:pt x="14063" y="21542"/>
                </a:lnTo>
                <a:lnTo>
                  <a:pt x="13903" y="21452"/>
                </a:lnTo>
                <a:lnTo>
                  <a:pt x="13744" y="21319"/>
                </a:lnTo>
                <a:lnTo>
                  <a:pt x="13585" y="21141"/>
                </a:lnTo>
                <a:lnTo>
                  <a:pt x="13426" y="20920"/>
                </a:lnTo>
                <a:lnTo>
                  <a:pt x="13268" y="20654"/>
                </a:lnTo>
                <a:lnTo>
                  <a:pt x="13110" y="20344"/>
                </a:lnTo>
                <a:lnTo>
                  <a:pt x="12952" y="19988"/>
                </a:lnTo>
                <a:lnTo>
                  <a:pt x="12795" y="19587"/>
                </a:lnTo>
                <a:lnTo>
                  <a:pt x="12495" y="18752"/>
                </a:lnTo>
                <a:lnTo>
                  <a:pt x="12208" y="18028"/>
                </a:lnTo>
                <a:lnTo>
                  <a:pt x="11917" y="17356"/>
                </a:lnTo>
                <a:lnTo>
                  <a:pt x="11004" y="15361"/>
                </a:lnTo>
                <a:lnTo>
                  <a:pt x="10843" y="14994"/>
                </a:lnTo>
                <a:lnTo>
                  <a:pt x="10695" y="14621"/>
                </a:lnTo>
                <a:lnTo>
                  <a:pt x="10389" y="13927"/>
                </a:lnTo>
                <a:lnTo>
                  <a:pt x="10070" y="13230"/>
                </a:lnTo>
                <a:lnTo>
                  <a:pt x="9908" y="12855"/>
                </a:lnTo>
                <a:lnTo>
                  <a:pt x="9745" y="12448"/>
                </a:lnTo>
                <a:lnTo>
                  <a:pt x="9581" y="11998"/>
                </a:lnTo>
                <a:lnTo>
                  <a:pt x="9417" y="11496"/>
                </a:lnTo>
                <a:lnTo>
                  <a:pt x="9254" y="10930"/>
                </a:lnTo>
                <a:lnTo>
                  <a:pt x="9093" y="10290"/>
                </a:lnTo>
                <a:lnTo>
                  <a:pt x="8942" y="10062"/>
                </a:lnTo>
                <a:lnTo>
                  <a:pt x="8491" y="9252"/>
                </a:lnTo>
                <a:lnTo>
                  <a:pt x="8341" y="9001"/>
                </a:lnTo>
                <a:lnTo>
                  <a:pt x="8189" y="8788"/>
                </a:lnTo>
                <a:lnTo>
                  <a:pt x="8038" y="8631"/>
                </a:lnTo>
                <a:lnTo>
                  <a:pt x="7885" y="8548"/>
                </a:lnTo>
                <a:lnTo>
                  <a:pt x="7731" y="8557"/>
                </a:lnTo>
                <a:lnTo>
                  <a:pt x="7576" y="8675"/>
                </a:lnTo>
                <a:lnTo>
                  <a:pt x="7415" y="8824"/>
                </a:lnTo>
                <a:lnTo>
                  <a:pt x="7254" y="8948"/>
                </a:lnTo>
                <a:lnTo>
                  <a:pt x="6929" y="9137"/>
                </a:lnTo>
                <a:lnTo>
                  <a:pt x="6117" y="9458"/>
                </a:lnTo>
                <a:lnTo>
                  <a:pt x="5951" y="9571"/>
                </a:lnTo>
                <a:lnTo>
                  <a:pt x="5785" y="9766"/>
                </a:lnTo>
                <a:lnTo>
                  <a:pt x="5620" y="10036"/>
                </a:lnTo>
                <a:lnTo>
                  <a:pt x="5456" y="10371"/>
                </a:lnTo>
                <a:lnTo>
                  <a:pt x="5292" y="10763"/>
                </a:lnTo>
                <a:lnTo>
                  <a:pt x="5143" y="11147"/>
                </a:lnTo>
                <a:lnTo>
                  <a:pt x="4993" y="11513"/>
                </a:lnTo>
                <a:lnTo>
                  <a:pt x="4843" y="11855"/>
                </a:lnTo>
                <a:lnTo>
                  <a:pt x="4692" y="12165"/>
                </a:lnTo>
                <a:lnTo>
                  <a:pt x="4541" y="12439"/>
                </a:lnTo>
                <a:lnTo>
                  <a:pt x="4390" y="12668"/>
                </a:lnTo>
                <a:lnTo>
                  <a:pt x="4238" y="12848"/>
                </a:lnTo>
                <a:lnTo>
                  <a:pt x="4085" y="12972"/>
                </a:lnTo>
                <a:lnTo>
                  <a:pt x="3932" y="13033"/>
                </a:lnTo>
                <a:lnTo>
                  <a:pt x="3779" y="13026"/>
                </a:lnTo>
                <a:lnTo>
                  <a:pt x="3636" y="13086"/>
                </a:lnTo>
                <a:lnTo>
                  <a:pt x="3501" y="13387"/>
                </a:lnTo>
                <a:lnTo>
                  <a:pt x="3375" y="13937"/>
                </a:lnTo>
                <a:lnTo>
                  <a:pt x="3256" y="14745"/>
                </a:lnTo>
                <a:lnTo>
                  <a:pt x="3115" y="15783"/>
                </a:lnTo>
                <a:lnTo>
                  <a:pt x="2965" y="16601"/>
                </a:lnTo>
                <a:lnTo>
                  <a:pt x="2808" y="17232"/>
                </a:lnTo>
                <a:lnTo>
                  <a:pt x="2648" y="17710"/>
                </a:lnTo>
                <a:lnTo>
                  <a:pt x="2487" y="18068"/>
                </a:lnTo>
                <a:lnTo>
                  <a:pt x="2335" y="18366"/>
                </a:lnTo>
                <a:lnTo>
                  <a:pt x="2184" y="18589"/>
                </a:lnTo>
                <a:lnTo>
                  <a:pt x="2034" y="18728"/>
                </a:lnTo>
                <a:lnTo>
                  <a:pt x="1886" y="18773"/>
                </a:lnTo>
                <a:lnTo>
                  <a:pt x="1739" y="18714"/>
                </a:lnTo>
                <a:lnTo>
                  <a:pt x="1594" y="18541"/>
                </a:lnTo>
                <a:lnTo>
                  <a:pt x="1450" y="18244"/>
                </a:lnTo>
                <a:lnTo>
                  <a:pt x="1309" y="17814"/>
                </a:lnTo>
                <a:lnTo>
                  <a:pt x="1170" y="17240"/>
                </a:lnTo>
                <a:lnTo>
                  <a:pt x="1033" y="16514"/>
                </a:lnTo>
                <a:lnTo>
                  <a:pt x="898" y="15625"/>
                </a:lnTo>
                <a:lnTo>
                  <a:pt x="766" y="14563"/>
                </a:lnTo>
                <a:lnTo>
                  <a:pt x="635" y="13267"/>
                </a:lnTo>
                <a:lnTo>
                  <a:pt x="517" y="11851"/>
                </a:lnTo>
                <a:lnTo>
                  <a:pt x="415" y="10312"/>
                </a:lnTo>
                <a:lnTo>
                  <a:pt x="329" y="8643"/>
                </a:lnTo>
                <a:lnTo>
                  <a:pt x="262" y="7064"/>
                </a:lnTo>
                <a:lnTo>
                  <a:pt x="197" y="5475"/>
                </a:lnTo>
                <a:lnTo>
                  <a:pt x="135" y="3874"/>
                </a:lnTo>
                <a:lnTo>
                  <a:pt x="75" y="2261"/>
                </a:lnTo>
                <a:lnTo>
                  <a:pt x="20" y="635"/>
                </a:ln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875C3D"/>
          </a:solidFill>
          <a:ln cmpd="sng" cap="flat">
            <a:noFill/>
            <a:prstDash val="solid"/>
            <a:miter/>
          </a:ln>
        </p:spPr>
      </p:sp>
      <p:sp>
        <p:nvSpPr>
          <p:cNvPr id="123" name="文本框"/>
          <p:cNvSpPr>
            <a:spLocks noGrp="1"/>
          </p:cNvSpPr>
          <p:nvPr>
            <p:ph type="title"/>
          </p:nvPr>
        </p:nvSpPr>
        <p:spPr>
          <a:xfrm rot="0">
            <a:off x="169856" y="-87852"/>
            <a:ext cx="17683284" cy="3083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039928" rIns="0" bIns="0" anchor="t" anchorCtr="0">
            <a:prstTxWarp prst="textNoShape"/>
            <a:spAutoFit/>
          </a:bodyPr>
          <a:lstStyle/>
          <a:p>
            <a:pPr marL="33782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7000" b="0" i="0" u="none" strike="noStrike" kern="0" cap="none" spc="85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Waste</a:t>
            </a:r>
            <a:r>
              <a:rPr lang="en-US" altLang="zh-CN" sz="7000" b="0" i="0" u="none" strike="noStrike" kern="0" cap="none" spc="57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7000" b="0" i="0" u="none" strike="noStrike" kern="0" cap="none" spc="88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Management</a:t>
            </a:r>
            <a:r>
              <a:rPr lang="en-US" altLang="zh-CN" sz="7000" b="0" i="0" u="none" strike="noStrike" kern="0" cap="none" spc="57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7000" b="0" i="0" u="none" strike="noStrike" kern="0" cap="none" spc="70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Insights</a:t>
            </a:r>
            <a:endParaRPr lang="zh-CN" altLang="en-US" sz="7000" b="0" i="0" u="none" strike="noStrike" kern="0" cap="none" spc="700" baseline="0">
              <a:solidFill>
                <a:schemeClr val="bg1"/>
              </a:solidFill>
              <a:latin typeface="Arial Narrow" pitchFamily="0" charset="0"/>
              <a:ea typeface="宋体" pitchFamily="0" charset="0"/>
              <a:cs typeface="Arial Narrow" pitchFamily="0" charset="0"/>
            </a:endParaRPr>
          </a:p>
        </p:txBody>
      </p:sp>
      <p:sp>
        <p:nvSpPr>
          <p:cNvPr id="124" name="矩形"/>
          <p:cNvSpPr>
            <a:spLocks/>
          </p:cNvSpPr>
          <p:nvPr/>
        </p:nvSpPr>
        <p:spPr>
          <a:xfrm rot="0">
            <a:off x="1149797" y="3255327"/>
            <a:ext cx="3897629" cy="513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0" cap="none" spc="19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WASTE</a:t>
            </a:r>
            <a:r>
              <a:rPr lang="en-US" altLang="zh-CN" sz="3200" b="0" i="0" u="none" strike="noStrike" kern="0" cap="none" spc="105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 </a:t>
            </a:r>
            <a:r>
              <a:rPr lang="en-US" altLang="zh-CN" sz="3200" b="0" i="0" u="none" strike="noStrike" kern="0" cap="none" spc="17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GENERATION</a:t>
            </a:r>
            <a:endParaRPr lang="zh-CN" altLang="en-US" sz="3200" b="0" i="0" u="none" strike="noStrike" kern="0" cap="none" spc="0" baseline="0">
              <a:solidFill>
                <a:schemeClr val="tx1"/>
              </a:solidFill>
              <a:latin typeface="Arial Narrow" pitchFamily="0" charset="0"/>
              <a:ea typeface="Droid Sans"/>
              <a:cs typeface="Arial Narrow" pitchFamily="0" charset="0"/>
            </a:endParaRPr>
          </a:p>
        </p:txBody>
      </p:sp>
      <p:sp>
        <p:nvSpPr>
          <p:cNvPr id="125" name="矩形"/>
          <p:cNvSpPr>
            <a:spLocks/>
          </p:cNvSpPr>
          <p:nvPr/>
        </p:nvSpPr>
        <p:spPr>
          <a:xfrm rot="0">
            <a:off x="153392" y="4204546"/>
            <a:ext cx="5890260" cy="2082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ctr">
              <a:lnSpc>
                <a:spcPct val="11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29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Our</a:t>
            </a:r>
            <a:r>
              <a:rPr lang="en-US" altLang="zh-CN" sz="2900" b="0" i="0" u="none" strike="noStrike" kern="0" cap="none" spc="-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290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process</a:t>
            </a:r>
            <a:r>
              <a:rPr lang="en-US" altLang="zh-CN" sz="2900" b="0" i="0" u="none" strike="noStrike" kern="0" cap="none" spc="-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29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generates</a:t>
            </a:r>
            <a:r>
              <a:rPr lang="en-US" altLang="zh-CN" sz="2900" b="0" i="0" u="none" strike="noStrike" kern="0" cap="none" spc="-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29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only</a:t>
            </a:r>
            <a:r>
              <a:rPr lang="en-US" altLang="zh-CN" sz="2900" b="0" i="0" u="none" strike="noStrike" kern="0" cap="none" spc="-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2900" b="1" i="0" u="none" strike="noStrike" kern="0" cap="none" spc="27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8–15% </a:t>
            </a:r>
            <a:r>
              <a:rPr lang="en-US" altLang="zh-CN" sz="2900" b="1" i="0" u="none" strike="noStrike" kern="0" cap="none" spc="-1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waste</a:t>
            </a:r>
            <a:r>
              <a:rPr lang="en-US" altLang="zh-CN" sz="29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,</a:t>
            </a:r>
            <a:r>
              <a:rPr lang="en-US" altLang="zh-CN" sz="2900" b="0" i="0" u="none" strike="noStrike" kern="0" cap="none" spc="-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29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making</a:t>
            </a:r>
            <a:r>
              <a:rPr lang="en-US" altLang="zh-CN" sz="2900" b="0" i="0" u="none" strike="noStrike" kern="0" cap="none" spc="-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29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it</a:t>
            </a:r>
            <a:r>
              <a:rPr lang="en-US" altLang="zh-CN" sz="2900" b="0" i="0" u="none" strike="noStrike" kern="0" cap="none" spc="-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29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an</a:t>
            </a:r>
            <a:r>
              <a:rPr lang="en-US" altLang="zh-CN" sz="2900" b="0" i="0" u="none" strike="noStrike" kern="0" cap="none" spc="-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29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efficient</a:t>
            </a:r>
            <a:r>
              <a:rPr lang="en-US" altLang="zh-CN" sz="2900" b="0" i="0" u="none" strike="noStrike" kern="0" cap="none" spc="-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29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option </a:t>
            </a:r>
            <a:r>
              <a:rPr lang="en-US" altLang="zh-CN" sz="29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for</a:t>
            </a:r>
            <a:r>
              <a:rPr lang="en-US" altLang="zh-CN" sz="2900" b="0" i="0" u="none" strike="noStrike" kern="0" cap="none" spc="1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2900" b="0" i="0" u="none" strike="noStrike" kern="0" cap="none" spc="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eco-</a:t>
            </a:r>
            <a:r>
              <a:rPr lang="en-US" altLang="zh-CN" sz="29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friendly</a:t>
            </a:r>
            <a:r>
              <a:rPr lang="en-US" altLang="zh-CN" sz="2900" b="0" i="0" u="none" strike="noStrike" kern="0" cap="none" spc="1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29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production</a:t>
            </a:r>
            <a:r>
              <a:rPr lang="en-US" altLang="zh-CN" sz="2900" b="0" i="0" u="none" strike="noStrike" kern="0" cap="none" spc="1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29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without </a:t>
            </a:r>
            <a:r>
              <a:rPr lang="en-US" altLang="zh-CN" sz="29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compromising</a:t>
            </a:r>
            <a:r>
              <a:rPr lang="en-US" altLang="zh-CN" sz="2900" b="0" i="0" u="none" strike="noStrike" kern="0" cap="none" spc="1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29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on</a:t>
            </a:r>
            <a:r>
              <a:rPr lang="en-US" altLang="zh-CN" sz="2900" b="0" i="0" u="none" strike="noStrike" kern="0" cap="none" spc="1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29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quality.</a:t>
            </a:r>
            <a:endParaRPr lang="zh-CN" altLang="en-US" sz="29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126" name="矩形"/>
          <p:cNvSpPr>
            <a:spLocks/>
          </p:cNvSpPr>
          <p:nvPr/>
        </p:nvSpPr>
        <p:spPr>
          <a:xfrm rot="0">
            <a:off x="6420692" y="5127698"/>
            <a:ext cx="5447030" cy="38226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500" b="0" i="0" u="none" strike="noStrike" kern="0" cap="none" spc="18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RECYCLING</a:t>
            </a:r>
            <a:r>
              <a:rPr lang="en-US" altLang="zh-CN" sz="3500" b="0" i="0" u="none" strike="noStrike" kern="0" cap="none" spc="125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 </a:t>
            </a:r>
            <a:r>
              <a:rPr lang="en-US" altLang="zh-CN" sz="3500" b="0" i="0" u="none" strike="noStrike" kern="0" cap="none" spc="114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RATE</a:t>
            </a:r>
            <a:endParaRPr lang="en-US" altLang="zh-CN" sz="3500" b="0" i="0" u="none" strike="noStrike" kern="0" cap="none" spc="0" baseline="0">
              <a:solidFill>
                <a:schemeClr val="tx1"/>
              </a:solidFill>
              <a:latin typeface="Arial Narrow" pitchFamily="0" charset="0"/>
              <a:ea typeface="Droid Sans"/>
              <a:cs typeface="Arial Narrow" pitchFamily="0" charset="0"/>
            </a:endParaRPr>
          </a:p>
          <a:p>
            <a:pPr marL="12700" indent="-635" algn="ctr">
              <a:lnSpc>
                <a:spcPct val="115000"/>
              </a:lnSpc>
              <a:spcBef>
                <a:spcPts val="3575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With</a:t>
            </a:r>
            <a:r>
              <a:rPr lang="en-US" altLang="zh-CN" sz="3200" b="0" i="0" u="none" strike="noStrike" kern="0" cap="none" spc="-1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</a:t>
            </a:r>
            <a:r>
              <a:rPr lang="en-US" altLang="zh-CN" sz="3200" b="0" i="0" u="none" strike="noStrike" kern="0" cap="none" spc="-1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1" i="0" u="none" strike="noStrike" kern="0" cap="none" spc="29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90–95%</a:t>
            </a:r>
            <a:r>
              <a:rPr lang="en-US" altLang="zh-CN" sz="3200" b="1" i="0" u="none" strike="noStrike" kern="0" cap="none" spc="-20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200" b="1" i="0" u="none" strike="noStrike" kern="0" cap="none" spc="-1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recycling </a:t>
            </a:r>
            <a:r>
              <a:rPr lang="en-US" altLang="zh-CN" sz="3200" b="1" i="0" u="none" strike="noStrike" kern="0" cap="none" spc="-7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rate</a:t>
            </a:r>
            <a:r>
              <a:rPr lang="en-US" altLang="zh-CN" sz="3200" b="0" i="0" u="none" strike="noStrike" kern="0" cap="none" spc="-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,</a:t>
            </a:r>
            <a:r>
              <a:rPr lang="en-US" altLang="zh-CN" sz="3200" b="0" i="0" u="none" strike="noStrike" kern="0" cap="none" spc="-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we</a:t>
            </a:r>
            <a:r>
              <a:rPr lang="en-US" altLang="zh-CN" sz="3200" b="0" i="0" u="none" strike="noStrike" kern="0" cap="none" spc="-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ensure</a:t>
            </a:r>
            <a:r>
              <a:rPr lang="en-US" altLang="zh-CN" sz="3200" b="0" i="0" u="none" strike="noStrike" kern="0" cap="none" spc="-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that</a:t>
            </a:r>
            <a:r>
              <a:rPr lang="en-US" altLang="zh-CN" sz="3200" b="0" i="0" u="none" strike="noStrike" kern="0" cap="none" spc="-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most</a:t>
            </a:r>
            <a:r>
              <a:rPr lang="en-US" altLang="zh-CN" sz="3200" b="0" i="0" u="none" strike="noStrike" kern="0" cap="none" spc="-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0" i="0" u="none" strike="noStrike" kern="0" cap="none" spc="-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of </a:t>
            </a:r>
            <a:r>
              <a:rPr lang="en-US" altLang="zh-CN" sz="320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our</a:t>
            </a:r>
            <a:r>
              <a:rPr lang="en-US" altLang="zh-CN" sz="3200" b="0" i="0" u="none" strike="noStrike" kern="0" cap="none" spc="-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materials are</a:t>
            </a:r>
            <a:r>
              <a:rPr lang="en-US" altLang="zh-CN" sz="3200" b="0" i="0" u="none" strike="noStrike" kern="0" cap="none" spc="-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repurposed, </a:t>
            </a:r>
            <a:r>
              <a:rPr lang="en-US" altLang="zh-CN" sz="3200" b="0" i="0" u="none" strike="noStrike" kern="0" cap="none" spc="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significantly</a:t>
            </a:r>
            <a:r>
              <a:rPr lang="en-US" altLang="zh-CN" sz="3200" b="0" i="0" u="none" strike="noStrike" kern="0" cap="none" spc="-8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reducing </a:t>
            </a:r>
            <a:r>
              <a:rPr lang="en-US" altLang="zh-CN" sz="3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environmental</a:t>
            </a:r>
            <a:r>
              <a:rPr lang="en-US" altLang="zh-CN" sz="3200" b="0" i="0" u="none" strike="noStrike" kern="0" cap="none" spc="1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impact.</a:t>
            </a:r>
            <a:endParaRPr lang="zh-CN" altLang="en-US" sz="32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127" name="矩形"/>
          <p:cNvSpPr>
            <a:spLocks/>
          </p:cNvSpPr>
          <p:nvPr/>
        </p:nvSpPr>
        <p:spPr>
          <a:xfrm rot="0">
            <a:off x="12614494" y="5348404"/>
            <a:ext cx="5384800" cy="43846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500" b="0" i="0" u="none" strike="noStrike" kern="0" cap="none" spc="17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WATER</a:t>
            </a:r>
            <a:r>
              <a:rPr lang="en-US" altLang="zh-CN" sz="3500" b="0" i="0" u="none" strike="noStrike" kern="0" cap="none" spc="9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 </a:t>
            </a:r>
            <a:r>
              <a:rPr lang="en-US" altLang="zh-CN" sz="3500" b="0" i="0" u="none" strike="noStrike" kern="0" cap="none" spc="105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REUSE</a:t>
            </a:r>
            <a:endParaRPr lang="en-US" altLang="zh-CN" sz="3500" b="0" i="0" u="none" strike="noStrike" kern="0" cap="none" spc="0" baseline="0">
              <a:solidFill>
                <a:schemeClr val="tx1"/>
              </a:solidFill>
              <a:latin typeface="Arial Narrow" pitchFamily="0" charset="0"/>
              <a:ea typeface="Droid Sans"/>
              <a:cs typeface="Arial Narrow" pitchFamily="0" charset="0"/>
            </a:endParaRPr>
          </a:p>
          <a:p>
            <a:pPr marL="12700" indent="0" algn="ctr">
              <a:lnSpc>
                <a:spcPct val="115000"/>
              </a:lnSpc>
              <a:spcBef>
                <a:spcPts val="3575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0" cap="none" spc="-1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We</a:t>
            </a:r>
            <a:r>
              <a:rPr lang="en-US" altLang="zh-CN" sz="3200" b="0" i="0" u="none" strike="noStrike" kern="0" cap="none" spc="-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implement</a:t>
            </a:r>
            <a:r>
              <a:rPr lang="en-US" altLang="zh-CN" sz="3200" b="0" i="0" u="none" strike="noStrike" kern="0" cap="none" spc="-7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</a:t>
            </a:r>
            <a:r>
              <a:rPr lang="en-US" altLang="zh-CN" sz="3200" b="0" i="0" u="none" strike="noStrike" kern="0" cap="none" spc="-7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1" i="0" u="none" strike="noStrike" kern="0" cap="none" spc="-7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water</a:t>
            </a:r>
            <a:r>
              <a:rPr lang="en-US" altLang="zh-CN" sz="3200" b="1" i="0" u="none" strike="noStrike" kern="0" cap="none" spc="-14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200" b="1" i="0" u="none" strike="noStrike" kern="0" cap="none" spc="-1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reuse </a:t>
            </a:r>
            <a:r>
              <a:rPr lang="en-US" altLang="zh-CN" sz="3200" b="1" i="0" u="none" strike="noStrike" kern="0" cap="none" spc="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strategy</a:t>
            </a:r>
            <a:r>
              <a:rPr lang="en-US" altLang="zh-CN" sz="3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,</a:t>
            </a:r>
            <a:r>
              <a:rPr lang="en-US" altLang="zh-CN" sz="3200" b="0" i="0" u="none" strike="noStrike" kern="0" cap="none" spc="-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allowing</a:t>
            </a:r>
            <a:r>
              <a:rPr lang="en-US" altLang="zh-CN" sz="3200" b="0" i="0" u="none" strike="noStrike" kern="0" cap="none" spc="-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0" i="0" u="none" strike="noStrike" kern="0" cap="none" spc="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us</a:t>
            </a:r>
            <a:r>
              <a:rPr lang="en-US" altLang="zh-CN" sz="3200" b="0" i="0" u="none" strike="noStrike" kern="0" cap="none" spc="-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0" i="0" u="none" strike="noStrike" kern="0" cap="none" spc="-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to </a:t>
            </a:r>
            <a:r>
              <a:rPr lang="en-US" altLang="zh-CN" sz="3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recycle</a:t>
            </a:r>
            <a:r>
              <a:rPr lang="en-US" altLang="zh-CN" sz="3200" b="0" i="0" u="none" strike="noStrike" kern="0" cap="none" spc="-1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water</a:t>
            </a:r>
            <a:r>
              <a:rPr lang="en-US" altLang="zh-CN" sz="3200" b="0" i="0" u="none" strike="noStrike" kern="0" cap="none" spc="-1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within</a:t>
            </a:r>
            <a:r>
              <a:rPr lang="en-US" altLang="zh-CN" sz="32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0" i="0" u="none" strike="noStrike" kern="0" cap="none" spc="-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 </a:t>
            </a:r>
            <a:r>
              <a:rPr lang="en-US" altLang="zh-CN" sz="3200" b="0" i="0" u="none" strike="noStrike" kern="0" cap="none" spc="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production</a:t>
            </a:r>
            <a:r>
              <a:rPr lang="en-US" altLang="zh-CN" sz="3200" b="0" i="0" u="none" strike="noStrike" kern="0" cap="none" spc="-10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process, </a:t>
            </a:r>
            <a:r>
              <a:rPr lang="en-US" altLang="zh-CN" sz="3200" b="0" i="0" u="none" strike="noStrike" kern="0" cap="none" spc="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conserving</a:t>
            </a:r>
            <a:r>
              <a:rPr lang="en-US" altLang="zh-CN" sz="3200" b="0" i="0" u="none" strike="noStrike" kern="0" cap="none" spc="-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this</a:t>
            </a:r>
            <a:r>
              <a:rPr lang="en-US" altLang="zh-CN" sz="3200" b="0" i="0" u="none" strike="noStrike" kern="0" cap="none" spc="-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vital</a:t>
            </a:r>
            <a:r>
              <a:rPr lang="en-US" altLang="zh-CN" sz="3200" b="0" i="0" u="none" strike="noStrike" kern="0" cap="none" spc="-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resource effectively.</a:t>
            </a:r>
            <a:endParaRPr lang="zh-CN" altLang="en-US" sz="32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50499"/>
      </p:ext>
    </p:extLst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图片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6115049" cy="1028699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29" name="矩形"/>
          <p:cNvSpPr>
            <a:spLocks/>
          </p:cNvSpPr>
          <p:nvPr/>
        </p:nvSpPr>
        <p:spPr>
          <a:xfrm rot="0">
            <a:off x="6363472" y="1689798"/>
            <a:ext cx="11313161" cy="75749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500" b="1" i="0" u="none" strike="noStrike" kern="0" cap="none" spc="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PROFIT</a:t>
            </a:r>
            <a:r>
              <a:rPr lang="en-US" altLang="zh-CN" sz="3500" b="1" i="0" u="none" strike="noStrike" kern="0" cap="none" spc="-9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500" b="1" i="0" u="none" strike="noStrike" kern="0" cap="none" spc="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PER</a:t>
            </a:r>
            <a:r>
              <a:rPr lang="en-US" altLang="zh-CN" sz="3500" b="1" i="0" u="none" strike="noStrike" kern="0" cap="none" spc="-9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500" b="1" i="0" u="none" strike="noStrike" kern="0" cap="none" spc="-2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BOX</a:t>
            </a:r>
            <a:endParaRPr lang="en-US" altLang="zh-CN" sz="3500" b="0" i="0" u="none" strike="noStrike" kern="0" cap="none" spc="0" baseline="0">
              <a:solidFill>
                <a:schemeClr val="tx1"/>
              </a:solidFill>
              <a:latin typeface="Trebuchet MS" pitchFamily="0" charset="0"/>
              <a:ea typeface="Droid Sans"/>
              <a:cs typeface="Trebuchet M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None/>
            </a:pPr>
            <a:endParaRPr lang="en-US" altLang="zh-CN" sz="3500" b="0" i="0" u="none" strike="noStrike" kern="0" cap="none" spc="0" baseline="0">
              <a:solidFill>
                <a:schemeClr val="tx1"/>
              </a:solidFill>
              <a:latin typeface="Trebuchet MS" pitchFamily="0" charset="0"/>
              <a:ea typeface="Droid Sans"/>
              <a:cs typeface="Trebuchet MS" pitchFamily="0" charset="0"/>
            </a:endParaRPr>
          </a:p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3700" b="0" i="0" u="none" strike="noStrike" kern="0" cap="none" spc="-1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1" i="0" u="none" strike="noStrike" kern="0" cap="none" spc="-9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profit</a:t>
            </a:r>
            <a:r>
              <a:rPr lang="en-US" altLang="zh-CN" sz="3700" b="1" i="0" u="none" strike="noStrike" kern="0" cap="none" spc="-21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700" b="1" i="0" u="none" strike="noStrike" kern="0" cap="none" spc="-2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per</a:t>
            </a:r>
            <a:r>
              <a:rPr lang="en-US" altLang="zh-CN" sz="3700" b="1" i="0" u="none" strike="noStrike" kern="0" cap="none" spc="-21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700" b="1" i="0" u="none" strike="noStrike" kern="0" cap="none" spc="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box</a:t>
            </a:r>
            <a:r>
              <a:rPr lang="en-US" altLang="zh-CN" sz="3700" b="1" i="0" u="none" strike="noStrike" kern="0" cap="none" spc="-10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for</a:t>
            </a:r>
            <a:r>
              <a:rPr lang="en-US" altLang="zh-CN" sz="3700" b="0" i="0" u="none" strike="noStrike" kern="0" cap="none" spc="-1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Sorghu-</a:t>
            </a:r>
            <a:r>
              <a:rPr lang="en-US" altLang="zh-CN" sz="370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Shield</a:t>
            </a:r>
            <a:r>
              <a:rPr lang="en-US" altLang="zh-CN" sz="3700" b="0" i="0" u="none" strike="noStrike" kern="0" cap="none" spc="-1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packaging</a:t>
            </a:r>
            <a:r>
              <a:rPr lang="en-US" altLang="zh-CN" sz="3700" b="0" i="0" u="none" strike="noStrike" kern="0" cap="none" spc="-1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is</a:t>
            </a:r>
            <a:endParaRPr lang="en-US" altLang="zh-CN" sz="37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  <a:p>
            <a:pPr marL="12700" indent="0" algn="l">
              <a:lnSpc>
                <a:spcPts val="5180"/>
              </a:lnSpc>
              <a:spcBef>
                <a:spcPts val="290"/>
              </a:spcBef>
              <a:spcAft>
                <a:spcPts val="0"/>
              </a:spcAft>
              <a:buNone/>
            </a:pPr>
            <a:r>
              <a:rPr lang="en-US" altLang="zh-CN" sz="3700" b="0" i="0" u="none" strike="noStrike" kern="0" cap="none" spc="114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₹1.10.</a:t>
            </a:r>
            <a:r>
              <a:rPr lang="en-US" altLang="zh-CN" sz="3700" b="0" i="0" u="none" strike="noStrike" kern="0" cap="none" spc="-1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This</a:t>
            </a:r>
            <a:r>
              <a:rPr lang="en-US" altLang="zh-CN" sz="3700" b="0" i="0" u="none" strike="noStrike" kern="0" cap="none" spc="-1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indicates</a:t>
            </a:r>
            <a:r>
              <a:rPr lang="en-US" altLang="zh-CN" sz="3700" b="0" i="0" u="none" strike="noStrike" kern="0" cap="none" spc="-1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</a:t>
            </a:r>
            <a:r>
              <a:rPr lang="en-US" altLang="zh-CN" sz="3700" b="0" i="0" u="none" strike="noStrike" kern="0" cap="none" spc="-1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1" i="0" u="none" strike="noStrike" kern="0" cap="none" spc="5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strong</a:t>
            </a:r>
            <a:r>
              <a:rPr lang="en-US" altLang="zh-CN" sz="3700" b="1" i="0" u="none" strike="noStrike" kern="0" cap="none" spc="-204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700" b="1" i="0" u="none" strike="noStrike" kern="0" cap="none" spc="-3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financial</a:t>
            </a:r>
            <a:r>
              <a:rPr lang="en-US" altLang="zh-CN" sz="3700" b="1" i="0" u="none" strike="noStrike" kern="0" cap="none" spc="-9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7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performance, </a:t>
            </a:r>
            <a:r>
              <a:rPr lang="en-US" altLang="zh-CN" sz="37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highlighting</a:t>
            </a:r>
            <a:r>
              <a:rPr lang="en-US" altLang="zh-CN" sz="3700" b="0" i="0" u="none" strike="noStrike" kern="0" cap="none" spc="-9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3700" b="0" i="0" u="none" strike="noStrike" kern="0" cap="none" spc="-9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potential</a:t>
            </a:r>
            <a:r>
              <a:rPr lang="en-US" altLang="zh-CN" sz="3700" b="0" i="0" u="none" strike="noStrike" kern="0" cap="none" spc="-9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for</a:t>
            </a:r>
            <a:r>
              <a:rPr lang="en-US" altLang="zh-CN" sz="3700" b="0" i="0" u="none" strike="noStrike" kern="0" cap="none" spc="-9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sustainable</a:t>
            </a:r>
            <a:r>
              <a:rPr lang="en-US" altLang="zh-CN" sz="3700" b="0" i="0" u="none" strike="noStrike" kern="0" cap="none" spc="-9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packaging </a:t>
            </a:r>
            <a:r>
              <a:rPr lang="en-US" altLang="zh-CN" sz="3700" b="0" i="0" u="none" strike="noStrike" kern="0" cap="none" spc="7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solutions</a:t>
            </a:r>
            <a:r>
              <a:rPr lang="en-US" altLang="zh-CN" sz="3700" b="0" i="0" u="none" strike="noStrike" kern="0" cap="none" spc="-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to</a:t>
            </a:r>
            <a:r>
              <a:rPr lang="en-US" altLang="zh-CN" sz="3700" b="0" i="0" u="none" strike="noStrike" kern="0" cap="none" spc="-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be</a:t>
            </a:r>
            <a:r>
              <a:rPr lang="en-US" altLang="zh-CN" sz="3700" b="0" i="0" u="none" strike="noStrike" kern="0" cap="none" spc="-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both</a:t>
            </a:r>
            <a:r>
              <a:rPr lang="en-US" altLang="zh-CN" sz="3700" b="0" i="0" u="none" strike="noStrike" kern="0" cap="none" spc="-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eco-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friendly</a:t>
            </a:r>
            <a:r>
              <a:rPr lang="en-US" altLang="zh-CN" sz="3700" b="0" i="0" u="none" strike="noStrike" kern="0" cap="none" spc="-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and</a:t>
            </a:r>
            <a:r>
              <a:rPr lang="en-US" altLang="zh-CN" sz="3700" b="0" i="0" u="none" strike="noStrike" kern="0" cap="none" spc="-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economically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viable.</a:t>
            </a:r>
            <a:r>
              <a:rPr lang="en-US" altLang="zh-CN" sz="3700" b="0" i="0" u="none" strike="noStrike" kern="0" cap="none" spc="-8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114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As</a:t>
            </a:r>
            <a:r>
              <a:rPr lang="en-US" altLang="zh-CN" sz="3700" b="0" i="0" u="none" strike="noStrike" kern="0" cap="none" spc="-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3700" b="0" i="0" u="none" strike="noStrike" kern="0" cap="none" spc="-8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demand</a:t>
            </a:r>
            <a:r>
              <a:rPr lang="en-US" altLang="zh-CN" sz="3700" b="0" i="0" u="none" strike="noStrike" kern="0" cap="none" spc="-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for</a:t>
            </a:r>
            <a:r>
              <a:rPr lang="en-US" altLang="zh-CN" sz="3700" b="0" i="0" u="none" strike="noStrike" kern="0" cap="none" spc="-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green</a:t>
            </a:r>
            <a:r>
              <a:rPr lang="en-US" altLang="zh-CN" sz="3700" b="0" i="0" u="none" strike="noStrike" kern="0" cap="none" spc="-8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packaging</a:t>
            </a:r>
            <a:r>
              <a:rPr lang="en-US" altLang="zh-CN" sz="3700" b="0" i="0" u="none" strike="noStrike" kern="0" cap="none" spc="-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rises, </a:t>
            </a:r>
            <a:r>
              <a:rPr lang="en-US" altLang="zh-CN" sz="37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profitability</a:t>
            </a:r>
            <a:r>
              <a:rPr lang="en-US" altLang="zh-CN" sz="3700" b="0" i="0" u="none" strike="noStrike" kern="0" cap="none" spc="-9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10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is</a:t>
            </a:r>
            <a:r>
              <a:rPr lang="en-US" altLang="zh-CN" sz="3700" b="0" i="0" u="none" strike="noStrike" kern="0" cap="none" spc="-9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expected</a:t>
            </a:r>
            <a:r>
              <a:rPr lang="en-US" altLang="zh-CN" sz="3700" b="0" i="0" u="none" strike="noStrike" kern="0" cap="none" spc="-9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to</a:t>
            </a:r>
            <a:r>
              <a:rPr lang="en-US" altLang="zh-CN" sz="3700" b="0" i="0" u="none" strike="noStrike" kern="0" cap="none" spc="-9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improve</a:t>
            </a:r>
            <a:r>
              <a:rPr lang="en-US" altLang="zh-CN" sz="3700" b="0" i="0" u="none" strike="noStrike" kern="0" cap="none" spc="-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even</a:t>
            </a:r>
            <a:r>
              <a:rPr lang="en-US" altLang="zh-CN" sz="3700" b="0" i="0" u="none" strike="noStrike" kern="0" cap="none" spc="-9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further.</a:t>
            </a:r>
            <a:endParaRPr lang="en-US" altLang="zh-CN" sz="37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endParaRPr lang="en-US" altLang="zh-CN" sz="37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  <a:p>
            <a:pPr marL="138938" indent="-12700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700" b="0" i="0" u="none" strike="noStrike" kern="0" cap="none" spc="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Selling</a:t>
            </a:r>
            <a:r>
              <a:rPr lang="en-US" altLang="zh-CN" sz="3700" b="0" i="0" u="none" strike="noStrike" kern="0" cap="none" spc="-12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price:</a:t>
            </a:r>
            <a:r>
              <a:rPr lang="en-US" altLang="zh-CN" sz="3700" b="0" i="0" u="none" strike="noStrike" kern="0" cap="none" spc="-12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1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₹3.00 </a:t>
            </a: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Profit:</a:t>
            </a:r>
            <a:r>
              <a:rPr lang="en-US" altLang="zh-CN" sz="3700" b="0" i="0" u="none" strike="noStrike" kern="0" cap="none" spc="-2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1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₹1.10</a:t>
            </a:r>
            <a:endParaRPr lang="en-US" altLang="zh-CN" sz="37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  <a:p>
            <a:pPr marL="12700" indent="0" algn="l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lang="en-US" altLang="zh-CN" sz="37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Profit</a:t>
            </a:r>
            <a:r>
              <a:rPr lang="en-US" altLang="zh-CN" sz="3700" b="0" i="0" u="none" strike="noStrike" kern="0" cap="none" spc="-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margin:</a:t>
            </a:r>
            <a:r>
              <a:rPr lang="en-US" altLang="zh-CN" sz="3700" b="0" i="0" u="none" strike="noStrike" kern="0" cap="none" spc="-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700" b="0" i="0" u="none" strike="noStrike" kern="0" cap="none" spc="8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36–37%</a:t>
            </a:r>
            <a:endParaRPr lang="zh-CN" altLang="en-US" sz="37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130" name="文本框"/>
          <p:cNvSpPr>
            <a:spLocks noGrp="1"/>
          </p:cNvSpPr>
          <p:nvPr>
            <p:ph type="title"/>
          </p:nvPr>
        </p:nvSpPr>
        <p:spPr>
          <a:xfrm rot="0">
            <a:off x="6363472" y="594423"/>
            <a:ext cx="912493" cy="558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500" b="0" i="0" u="none" strike="noStrike" kern="0" cap="none" spc="-110" baseline="0">
                <a:solidFill>
                  <a:schemeClr val="bg1"/>
                </a:solidFill>
                <a:latin typeface="Arial" pitchFamily="0" charset="0"/>
                <a:ea typeface="宋体" pitchFamily="0" charset="0"/>
                <a:cs typeface="Arial" pitchFamily="0" charset="0"/>
              </a:rPr>
              <a:t>₹</a:t>
            </a:r>
            <a:r>
              <a:rPr lang="en-US" altLang="zh-CN" sz="3500" b="0" i="0" u="none" strike="noStrike" kern="0" cap="none" spc="-11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1.10</a:t>
            </a:r>
            <a:endParaRPr lang="zh-CN" altLang="en-US" sz="3500" b="0" i="0" u="none" strike="noStrike" kern="0" cap="none" spc="0" baseline="0">
              <a:solidFill>
                <a:schemeClr val="bg1"/>
              </a:solidFill>
              <a:latin typeface="Arial" pitchFamily="0" charset="0"/>
              <a:ea typeface="宋体" pitchFamily="0" charset="0"/>
              <a:cs typeface="Arial" pitchFamily="0" charset="0"/>
            </a:endParaRPr>
          </a:p>
        </p:txBody>
      </p:sp>
      <p:sp>
        <p:nvSpPr>
          <p:cNvPr id="131" name="曲线"/>
          <p:cNvSpPr>
            <a:spLocks/>
          </p:cNvSpPr>
          <p:nvPr/>
        </p:nvSpPr>
        <p:spPr>
          <a:xfrm rot="0">
            <a:off x="14786404" y="0"/>
            <a:ext cx="3502024" cy="208026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16219" y="0"/>
                </a:moveTo>
                <a:lnTo>
                  <a:pt x="15923" y="515"/>
                </a:lnTo>
                <a:lnTo>
                  <a:pt x="15705" y="881"/>
                </a:lnTo>
                <a:lnTo>
                  <a:pt x="15483" y="1241"/>
                </a:lnTo>
                <a:lnTo>
                  <a:pt x="15259" y="1596"/>
                </a:lnTo>
                <a:lnTo>
                  <a:pt x="15030" y="1944"/>
                </a:lnTo>
                <a:lnTo>
                  <a:pt x="14799" y="2286"/>
                </a:lnTo>
                <a:lnTo>
                  <a:pt x="14566" y="2620"/>
                </a:lnTo>
                <a:lnTo>
                  <a:pt x="14327" y="2952"/>
                </a:lnTo>
                <a:lnTo>
                  <a:pt x="14086" y="3275"/>
                </a:lnTo>
                <a:lnTo>
                  <a:pt x="13842" y="3593"/>
                </a:lnTo>
                <a:lnTo>
                  <a:pt x="13595" y="3903"/>
                </a:lnTo>
                <a:lnTo>
                  <a:pt x="13346" y="4207"/>
                </a:lnTo>
                <a:lnTo>
                  <a:pt x="13094" y="4505"/>
                </a:lnTo>
                <a:lnTo>
                  <a:pt x="12838" y="4795"/>
                </a:lnTo>
                <a:lnTo>
                  <a:pt x="12581" y="5079"/>
                </a:lnTo>
                <a:lnTo>
                  <a:pt x="12322" y="5354"/>
                </a:lnTo>
                <a:lnTo>
                  <a:pt x="12059" y="5619"/>
                </a:lnTo>
                <a:lnTo>
                  <a:pt x="11792" y="5874"/>
                </a:lnTo>
                <a:lnTo>
                  <a:pt x="11521" y="6115"/>
                </a:lnTo>
                <a:lnTo>
                  <a:pt x="11246" y="6340"/>
                </a:lnTo>
                <a:lnTo>
                  <a:pt x="10966" y="6547"/>
                </a:lnTo>
                <a:lnTo>
                  <a:pt x="10682" y="6732"/>
                </a:lnTo>
                <a:lnTo>
                  <a:pt x="10394" y="6893"/>
                </a:lnTo>
                <a:lnTo>
                  <a:pt x="10102" y="7027"/>
                </a:lnTo>
                <a:lnTo>
                  <a:pt x="9805" y="7133"/>
                </a:lnTo>
                <a:lnTo>
                  <a:pt x="9504" y="7207"/>
                </a:lnTo>
                <a:lnTo>
                  <a:pt x="9201" y="7247"/>
                </a:lnTo>
                <a:lnTo>
                  <a:pt x="8898" y="7256"/>
                </a:lnTo>
                <a:lnTo>
                  <a:pt x="8595" y="7234"/>
                </a:lnTo>
                <a:lnTo>
                  <a:pt x="8294" y="7186"/>
                </a:lnTo>
                <a:lnTo>
                  <a:pt x="7993" y="7114"/>
                </a:lnTo>
                <a:lnTo>
                  <a:pt x="7693" y="7021"/>
                </a:lnTo>
                <a:lnTo>
                  <a:pt x="7394" y="6908"/>
                </a:lnTo>
                <a:lnTo>
                  <a:pt x="7097" y="6780"/>
                </a:lnTo>
                <a:lnTo>
                  <a:pt x="6801" y="6638"/>
                </a:lnTo>
                <a:lnTo>
                  <a:pt x="6507" y="6486"/>
                </a:lnTo>
                <a:lnTo>
                  <a:pt x="6215" y="6325"/>
                </a:lnTo>
                <a:lnTo>
                  <a:pt x="5925" y="6160"/>
                </a:lnTo>
                <a:lnTo>
                  <a:pt x="5639" y="5992"/>
                </a:lnTo>
                <a:lnTo>
                  <a:pt x="5353" y="5819"/>
                </a:lnTo>
                <a:lnTo>
                  <a:pt x="5067" y="5641"/>
                </a:lnTo>
                <a:lnTo>
                  <a:pt x="4782" y="5458"/>
                </a:lnTo>
                <a:lnTo>
                  <a:pt x="4497" y="5268"/>
                </a:lnTo>
                <a:lnTo>
                  <a:pt x="4215" y="5072"/>
                </a:lnTo>
                <a:lnTo>
                  <a:pt x="3935" y="4868"/>
                </a:lnTo>
                <a:lnTo>
                  <a:pt x="3657" y="4656"/>
                </a:lnTo>
                <a:lnTo>
                  <a:pt x="3382" y="4436"/>
                </a:lnTo>
                <a:lnTo>
                  <a:pt x="3110" y="4207"/>
                </a:lnTo>
                <a:lnTo>
                  <a:pt x="2841" y="3969"/>
                </a:lnTo>
                <a:lnTo>
                  <a:pt x="2577" y="3720"/>
                </a:lnTo>
                <a:lnTo>
                  <a:pt x="2317" y="3462"/>
                </a:lnTo>
                <a:lnTo>
                  <a:pt x="2062" y="3191"/>
                </a:lnTo>
                <a:lnTo>
                  <a:pt x="1813" y="2910"/>
                </a:lnTo>
                <a:lnTo>
                  <a:pt x="1569" y="2616"/>
                </a:lnTo>
                <a:lnTo>
                  <a:pt x="1331" y="2309"/>
                </a:lnTo>
                <a:lnTo>
                  <a:pt x="1099" y="1989"/>
                </a:lnTo>
                <a:lnTo>
                  <a:pt x="875" y="1656"/>
                </a:lnTo>
                <a:lnTo>
                  <a:pt x="657" y="1307"/>
                </a:lnTo>
                <a:lnTo>
                  <a:pt x="447" y="944"/>
                </a:lnTo>
                <a:lnTo>
                  <a:pt x="246" y="566"/>
                </a:lnTo>
                <a:lnTo>
                  <a:pt x="0" y="0"/>
                </a:lnTo>
                <a:lnTo>
                  <a:pt x="16219" y="0"/>
                </a:lnTo>
                <a:lnTo>
                  <a:pt x="16219" y="0"/>
                </a:lnTo>
              </a:path>
              <a:path w="21600" h="21600">
                <a:moveTo>
                  <a:pt x="21597" y="0"/>
                </a:moveTo>
                <a:lnTo>
                  <a:pt x="21597" y="21598"/>
                </a:lnTo>
                <a:lnTo>
                  <a:pt x="21348" y="21596"/>
                </a:lnTo>
                <a:lnTo>
                  <a:pt x="21031" y="21588"/>
                </a:lnTo>
                <a:lnTo>
                  <a:pt x="20713" y="21575"/>
                </a:lnTo>
                <a:lnTo>
                  <a:pt x="20396" y="21556"/>
                </a:lnTo>
                <a:lnTo>
                  <a:pt x="20079" y="21532"/>
                </a:lnTo>
                <a:lnTo>
                  <a:pt x="19762" y="21503"/>
                </a:lnTo>
                <a:lnTo>
                  <a:pt x="19445" y="21468"/>
                </a:lnTo>
                <a:lnTo>
                  <a:pt x="19128" y="21428"/>
                </a:lnTo>
                <a:lnTo>
                  <a:pt x="18812" y="21382"/>
                </a:lnTo>
                <a:lnTo>
                  <a:pt x="18496" y="21332"/>
                </a:lnTo>
                <a:lnTo>
                  <a:pt x="18180" y="21276"/>
                </a:lnTo>
                <a:lnTo>
                  <a:pt x="17864" y="21214"/>
                </a:lnTo>
                <a:lnTo>
                  <a:pt x="17549" y="21148"/>
                </a:lnTo>
                <a:lnTo>
                  <a:pt x="17235" y="21075"/>
                </a:lnTo>
                <a:lnTo>
                  <a:pt x="16871" y="20960"/>
                </a:lnTo>
                <a:lnTo>
                  <a:pt x="16540" y="20704"/>
                </a:lnTo>
                <a:lnTo>
                  <a:pt x="16346" y="20366"/>
                </a:lnTo>
                <a:lnTo>
                  <a:pt x="16222" y="19944"/>
                </a:lnTo>
                <a:lnTo>
                  <a:pt x="16154" y="19469"/>
                </a:lnTo>
                <a:lnTo>
                  <a:pt x="16125" y="18968"/>
                </a:lnTo>
                <a:lnTo>
                  <a:pt x="16122" y="18469"/>
                </a:lnTo>
                <a:lnTo>
                  <a:pt x="16179" y="12156"/>
                </a:lnTo>
                <a:lnTo>
                  <a:pt x="16217" y="10055"/>
                </a:lnTo>
                <a:lnTo>
                  <a:pt x="16258" y="8482"/>
                </a:lnTo>
                <a:lnTo>
                  <a:pt x="16294" y="7435"/>
                </a:lnTo>
                <a:lnTo>
                  <a:pt x="16336" y="6388"/>
                </a:lnTo>
                <a:lnTo>
                  <a:pt x="16386" y="5344"/>
                </a:lnTo>
                <a:lnTo>
                  <a:pt x="16445" y="4301"/>
                </a:lnTo>
                <a:lnTo>
                  <a:pt x="16478" y="3780"/>
                </a:lnTo>
                <a:lnTo>
                  <a:pt x="16514" y="3260"/>
                </a:lnTo>
                <a:lnTo>
                  <a:pt x="16552" y="2740"/>
                </a:lnTo>
                <a:lnTo>
                  <a:pt x="16593" y="2221"/>
                </a:lnTo>
                <a:lnTo>
                  <a:pt x="16636" y="1702"/>
                </a:lnTo>
                <a:lnTo>
                  <a:pt x="16683" y="1184"/>
                </a:lnTo>
                <a:lnTo>
                  <a:pt x="16732" y="666"/>
                </a:lnTo>
                <a:lnTo>
                  <a:pt x="16785" y="149"/>
                </a:lnTo>
                <a:lnTo>
                  <a:pt x="21597" y="0"/>
                </a:lnTo>
                <a:close/>
              </a:path>
            </a:pathLst>
          </a:custGeom>
          <a:solidFill>
            <a:srgbClr val="F5F4EC"/>
          </a:solidFill>
          <a:ln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482678050"/>
      </p:ext>
    </p:extLst>
  </p:cSld>
  <p:clrMapOvr>
    <a:masterClrMapping/>
  </p:clrMapOvr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曲线"/>
          <p:cNvSpPr>
            <a:spLocks/>
          </p:cNvSpPr>
          <p:nvPr/>
        </p:nvSpPr>
        <p:spPr>
          <a:xfrm rot="0">
            <a:off x="5727820" y="0"/>
            <a:ext cx="6883399" cy="62674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21490" y="1221"/>
                </a:lnTo>
                <a:lnTo>
                  <a:pt x="21374" y="2488"/>
                </a:lnTo>
                <a:lnTo>
                  <a:pt x="21255" y="3737"/>
                </a:lnTo>
                <a:lnTo>
                  <a:pt x="21139" y="4890"/>
                </a:lnTo>
                <a:lnTo>
                  <a:pt x="21019" y="5998"/>
                </a:lnTo>
                <a:lnTo>
                  <a:pt x="20897" y="7058"/>
                </a:lnTo>
                <a:lnTo>
                  <a:pt x="20772" y="8066"/>
                </a:lnTo>
                <a:lnTo>
                  <a:pt x="20643" y="9019"/>
                </a:lnTo>
                <a:lnTo>
                  <a:pt x="20511" y="9915"/>
                </a:lnTo>
                <a:lnTo>
                  <a:pt x="20376" y="10749"/>
                </a:lnTo>
                <a:lnTo>
                  <a:pt x="20237" y="11519"/>
                </a:lnTo>
                <a:lnTo>
                  <a:pt x="20094" y="12221"/>
                </a:lnTo>
                <a:lnTo>
                  <a:pt x="19947" y="12853"/>
                </a:lnTo>
                <a:lnTo>
                  <a:pt x="19797" y="13410"/>
                </a:lnTo>
                <a:lnTo>
                  <a:pt x="19496" y="14336"/>
                </a:lnTo>
                <a:lnTo>
                  <a:pt x="18769" y="16699"/>
                </a:lnTo>
                <a:lnTo>
                  <a:pt x="18622" y="17152"/>
                </a:lnTo>
                <a:lnTo>
                  <a:pt x="18476" y="17581"/>
                </a:lnTo>
                <a:lnTo>
                  <a:pt x="18328" y="17980"/>
                </a:lnTo>
                <a:lnTo>
                  <a:pt x="18179" y="18343"/>
                </a:lnTo>
                <a:lnTo>
                  <a:pt x="18029" y="18662"/>
                </a:lnTo>
                <a:lnTo>
                  <a:pt x="17878" y="18947"/>
                </a:lnTo>
                <a:lnTo>
                  <a:pt x="17727" y="19209"/>
                </a:lnTo>
                <a:lnTo>
                  <a:pt x="17577" y="19445"/>
                </a:lnTo>
                <a:lnTo>
                  <a:pt x="17426" y="19649"/>
                </a:lnTo>
                <a:lnTo>
                  <a:pt x="17276" y="19818"/>
                </a:lnTo>
                <a:lnTo>
                  <a:pt x="17125" y="19946"/>
                </a:lnTo>
                <a:lnTo>
                  <a:pt x="16974" y="20029"/>
                </a:lnTo>
                <a:lnTo>
                  <a:pt x="16822" y="20062"/>
                </a:lnTo>
                <a:lnTo>
                  <a:pt x="16670" y="20042"/>
                </a:lnTo>
                <a:lnTo>
                  <a:pt x="16518" y="19963"/>
                </a:lnTo>
                <a:lnTo>
                  <a:pt x="16364" y="19821"/>
                </a:lnTo>
                <a:lnTo>
                  <a:pt x="16189" y="19724"/>
                </a:lnTo>
                <a:lnTo>
                  <a:pt x="16015" y="19791"/>
                </a:lnTo>
                <a:lnTo>
                  <a:pt x="15842" y="19967"/>
                </a:lnTo>
                <a:lnTo>
                  <a:pt x="15669" y="20198"/>
                </a:lnTo>
                <a:lnTo>
                  <a:pt x="15550" y="20376"/>
                </a:lnTo>
                <a:lnTo>
                  <a:pt x="15310" y="20801"/>
                </a:lnTo>
                <a:lnTo>
                  <a:pt x="15190" y="20979"/>
                </a:lnTo>
                <a:lnTo>
                  <a:pt x="15028" y="21185"/>
                </a:lnTo>
                <a:lnTo>
                  <a:pt x="14866" y="21350"/>
                </a:lnTo>
                <a:lnTo>
                  <a:pt x="14705" y="21473"/>
                </a:lnTo>
                <a:lnTo>
                  <a:pt x="14544" y="21554"/>
                </a:lnTo>
                <a:lnTo>
                  <a:pt x="14383" y="21593"/>
                </a:lnTo>
                <a:lnTo>
                  <a:pt x="14223" y="21589"/>
                </a:lnTo>
                <a:lnTo>
                  <a:pt x="14063" y="21542"/>
                </a:lnTo>
                <a:lnTo>
                  <a:pt x="13903" y="21452"/>
                </a:lnTo>
                <a:lnTo>
                  <a:pt x="13744" y="21319"/>
                </a:lnTo>
                <a:lnTo>
                  <a:pt x="13585" y="21141"/>
                </a:lnTo>
                <a:lnTo>
                  <a:pt x="13426" y="20920"/>
                </a:lnTo>
                <a:lnTo>
                  <a:pt x="13268" y="20654"/>
                </a:lnTo>
                <a:lnTo>
                  <a:pt x="13110" y="20344"/>
                </a:lnTo>
                <a:lnTo>
                  <a:pt x="12952" y="19988"/>
                </a:lnTo>
                <a:lnTo>
                  <a:pt x="12795" y="19587"/>
                </a:lnTo>
                <a:lnTo>
                  <a:pt x="12495" y="18752"/>
                </a:lnTo>
                <a:lnTo>
                  <a:pt x="12208" y="18028"/>
                </a:lnTo>
                <a:lnTo>
                  <a:pt x="11917" y="17356"/>
                </a:lnTo>
                <a:lnTo>
                  <a:pt x="11004" y="15361"/>
                </a:lnTo>
                <a:lnTo>
                  <a:pt x="10843" y="14994"/>
                </a:lnTo>
                <a:lnTo>
                  <a:pt x="10695" y="14621"/>
                </a:lnTo>
                <a:lnTo>
                  <a:pt x="10389" y="13927"/>
                </a:lnTo>
                <a:lnTo>
                  <a:pt x="10070" y="13230"/>
                </a:lnTo>
                <a:lnTo>
                  <a:pt x="9908" y="12855"/>
                </a:lnTo>
                <a:lnTo>
                  <a:pt x="9745" y="12448"/>
                </a:lnTo>
                <a:lnTo>
                  <a:pt x="9581" y="11998"/>
                </a:lnTo>
                <a:lnTo>
                  <a:pt x="9417" y="11496"/>
                </a:lnTo>
                <a:lnTo>
                  <a:pt x="9254" y="10930"/>
                </a:lnTo>
                <a:lnTo>
                  <a:pt x="9093" y="10290"/>
                </a:lnTo>
                <a:lnTo>
                  <a:pt x="8942" y="10062"/>
                </a:lnTo>
                <a:lnTo>
                  <a:pt x="8491" y="9252"/>
                </a:lnTo>
                <a:lnTo>
                  <a:pt x="8341" y="9001"/>
                </a:lnTo>
                <a:lnTo>
                  <a:pt x="8189" y="8788"/>
                </a:lnTo>
                <a:lnTo>
                  <a:pt x="8038" y="8631"/>
                </a:lnTo>
                <a:lnTo>
                  <a:pt x="7885" y="8548"/>
                </a:lnTo>
                <a:lnTo>
                  <a:pt x="7731" y="8557"/>
                </a:lnTo>
                <a:lnTo>
                  <a:pt x="7576" y="8675"/>
                </a:lnTo>
                <a:lnTo>
                  <a:pt x="7415" y="8824"/>
                </a:lnTo>
                <a:lnTo>
                  <a:pt x="7254" y="8948"/>
                </a:lnTo>
                <a:lnTo>
                  <a:pt x="6929" y="9137"/>
                </a:lnTo>
                <a:lnTo>
                  <a:pt x="6117" y="9458"/>
                </a:lnTo>
                <a:lnTo>
                  <a:pt x="5951" y="9571"/>
                </a:lnTo>
                <a:lnTo>
                  <a:pt x="5785" y="9766"/>
                </a:lnTo>
                <a:lnTo>
                  <a:pt x="5620" y="10036"/>
                </a:lnTo>
                <a:lnTo>
                  <a:pt x="5456" y="10371"/>
                </a:lnTo>
                <a:lnTo>
                  <a:pt x="5292" y="10763"/>
                </a:lnTo>
                <a:lnTo>
                  <a:pt x="5143" y="11147"/>
                </a:lnTo>
                <a:lnTo>
                  <a:pt x="4993" y="11513"/>
                </a:lnTo>
                <a:lnTo>
                  <a:pt x="4843" y="11855"/>
                </a:lnTo>
                <a:lnTo>
                  <a:pt x="4692" y="12165"/>
                </a:lnTo>
                <a:lnTo>
                  <a:pt x="4541" y="12439"/>
                </a:lnTo>
                <a:lnTo>
                  <a:pt x="4390" y="12668"/>
                </a:lnTo>
                <a:lnTo>
                  <a:pt x="4238" y="12848"/>
                </a:lnTo>
                <a:lnTo>
                  <a:pt x="4085" y="12972"/>
                </a:lnTo>
                <a:lnTo>
                  <a:pt x="3932" y="13033"/>
                </a:lnTo>
                <a:lnTo>
                  <a:pt x="3779" y="13026"/>
                </a:lnTo>
                <a:lnTo>
                  <a:pt x="3636" y="13086"/>
                </a:lnTo>
                <a:lnTo>
                  <a:pt x="3501" y="13387"/>
                </a:lnTo>
                <a:lnTo>
                  <a:pt x="3375" y="13937"/>
                </a:lnTo>
                <a:lnTo>
                  <a:pt x="3256" y="14745"/>
                </a:lnTo>
                <a:lnTo>
                  <a:pt x="3115" y="15783"/>
                </a:lnTo>
                <a:lnTo>
                  <a:pt x="2965" y="16601"/>
                </a:lnTo>
                <a:lnTo>
                  <a:pt x="2808" y="17232"/>
                </a:lnTo>
                <a:lnTo>
                  <a:pt x="2648" y="17710"/>
                </a:lnTo>
                <a:lnTo>
                  <a:pt x="2487" y="18068"/>
                </a:lnTo>
                <a:lnTo>
                  <a:pt x="2335" y="18366"/>
                </a:lnTo>
                <a:lnTo>
                  <a:pt x="2184" y="18589"/>
                </a:lnTo>
                <a:lnTo>
                  <a:pt x="2034" y="18728"/>
                </a:lnTo>
                <a:lnTo>
                  <a:pt x="1886" y="18773"/>
                </a:lnTo>
                <a:lnTo>
                  <a:pt x="1739" y="18714"/>
                </a:lnTo>
                <a:lnTo>
                  <a:pt x="1594" y="18541"/>
                </a:lnTo>
                <a:lnTo>
                  <a:pt x="1450" y="18244"/>
                </a:lnTo>
                <a:lnTo>
                  <a:pt x="1309" y="17814"/>
                </a:lnTo>
                <a:lnTo>
                  <a:pt x="1170" y="17240"/>
                </a:lnTo>
                <a:lnTo>
                  <a:pt x="1033" y="16514"/>
                </a:lnTo>
                <a:lnTo>
                  <a:pt x="898" y="15625"/>
                </a:lnTo>
                <a:lnTo>
                  <a:pt x="766" y="14563"/>
                </a:lnTo>
                <a:lnTo>
                  <a:pt x="635" y="13267"/>
                </a:lnTo>
                <a:lnTo>
                  <a:pt x="517" y="11851"/>
                </a:lnTo>
                <a:lnTo>
                  <a:pt x="415" y="10312"/>
                </a:lnTo>
                <a:lnTo>
                  <a:pt x="329" y="8643"/>
                </a:lnTo>
                <a:lnTo>
                  <a:pt x="262" y="7064"/>
                </a:lnTo>
                <a:lnTo>
                  <a:pt x="197" y="5475"/>
                </a:lnTo>
                <a:lnTo>
                  <a:pt x="135" y="3874"/>
                </a:lnTo>
                <a:lnTo>
                  <a:pt x="75" y="2261"/>
                </a:lnTo>
                <a:lnTo>
                  <a:pt x="20" y="635"/>
                </a:ln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875C3D"/>
          </a:solidFill>
          <a:ln cmpd="sng" cap="flat">
            <a:noFill/>
            <a:prstDash val="solid"/>
            <a:miter/>
          </a:ln>
        </p:spPr>
      </p:sp>
      <p:sp>
        <p:nvSpPr>
          <p:cNvPr id="133" name="文本框"/>
          <p:cNvSpPr>
            <a:spLocks noGrp="1"/>
          </p:cNvSpPr>
          <p:nvPr>
            <p:ph type="title"/>
          </p:nvPr>
        </p:nvSpPr>
        <p:spPr>
          <a:xfrm rot="0">
            <a:off x="169856" y="-87852"/>
            <a:ext cx="17683284" cy="3083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573328" rIns="0" bIns="0" anchor="t" anchorCtr="0">
            <a:prstTxWarp prst="textNoShape"/>
            <a:spAutoFit/>
          </a:bodyPr>
          <a:lstStyle/>
          <a:p>
            <a:pPr marL="3420109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7000" b="0" i="0" u="none" strike="noStrike" kern="0" cap="none" spc="76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Production</a:t>
            </a:r>
            <a:r>
              <a:rPr lang="en-US" altLang="zh-CN" sz="7000" b="0" i="0" u="none" strike="noStrike" kern="0" cap="none" spc="60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7000" b="0" i="0" u="none" strike="noStrike" kern="0" cap="none" spc="72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and</a:t>
            </a:r>
            <a:r>
              <a:rPr lang="en-US" altLang="zh-CN" sz="7000" b="0" i="0" u="none" strike="noStrike" kern="0" cap="none" spc="605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 </a:t>
            </a:r>
            <a:r>
              <a:rPr lang="en-US" altLang="zh-CN" sz="7000" b="0" i="0" u="none" strike="noStrike" kern="0" cap="none" spc="59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Break-</a:t>
            </a:r>
            <a:r>
              <a:rPr lang="en-US" altLang="zh-CN" sz="7000" b="0" i="0" u="none" strike="noStrike" kern="0" cap="none" spc="560" baseline="0">
                <a:solidFill>
                  <a:schemeClr val="bg1"/>
                </a:solidFill>
                <a:latin typeface="Arial Narrow" pitchFamily="0" charset="0"/>
                <a:ea typeface="宋体" pitchFamily="0" charset="0"/>
                <a:cs typeface="Arial Narrow" pitchFamily="0" charset="0"/>
              </a:rPr>
              <a:t>Even</a:t>
            </a:r>
            <a:endParaRPr lang="zh-CN" altLang="en-US" sz="7000" b="0" i="0" u="none" strike="noStrike" kern="0" cap="none" spc="560" baseline="0">
              <a:solidFill>
                <a:schemeClr val="bg1"/>
              </a:solidFill>
              <a:latin typeface="Arial Narrow" pitchFamily="0" charset="0"/>
              <a:ea typeface="宋体" pitchFamily="0" charset="0"/>
              <a:cs typeface="Arial Narrow" pitchFamily="0" charset="0"/>
            </a:endParaRPr>
          </a:p>
        </p:txBody>
      </p:sp>
      <p:sp>
        <p:nvSpPr>
          <p:cNvPr id="134" name="矩形"/>
          <p:cNvSpPr>
            <a:spLocks/>
          </p:cNvSpPr>
          <p:nvPr/>
        </p:nvSpPr>
        <p:spPr>
          <a:xfrm rot="0">
            <a:off x="809426" y="5122565"/>
            <a:ext cx="5163185" cy="38982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400" b="0" i="0" u="none" strike="noStrike" kern="0" cap="none" spc="17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VOLUME</a:t>
            </a:r>
            <a:endParaRPr lang="en-US" altLang="zh-CN" sz="3400" b="0" i="0" u="none" strike="noStrike" kern="0" cap="none" spc="0" baseline="0">
              <a:solidFill>
                <a:schemeClr val="tx1"/>
              </a:solidFill>
              <a:latin typeface="Arial Narrow" pitchFamily="0" charset="0"/>
              <a:ea typeface="Droid Sans"/>
              <a:cs typeface="Arial Narrow" pitchFamily="0" charset="0"/>
            </a:endParaRPr>
          </a:p>
          <a:p>
            <a:pPr marL="12700" indent="0" algn="ctr">
              <a:lnSpc>
                <a:spcPct val="116999"/>
              </a:lnSpc>
              <a:spcBef>
                <a:spcPts val="3529"/>
              </a:spcBef>
              <a:spcAft>
                <a:spcPts val="0"/>
              </a:spcAft>
              <a:buNone/>
            </a:pPr>
            <a:r>
              <a:rPr lang="en-US" altLang="zh-CN" sz="3250" b="0" i="0" u="none" strike="noStrike" kern="0" cap="none" spc="-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We</a:t>
            </a:r>
            <a:r>
              <a:rPr lang="en-US" altLang="zh-CN" sz="3250" b="0" i="0" u="none" strike="noStrike" kern="0" cap="none" spc="-1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plan</a:t>
            </a:r>
            <a:r>
              <a:rPr lang="en-US" altLang="zh-CN" sz="3250" b="0" i="0" u="none" strike="noStrike" kern="0" cap="none" spc="-1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to</a:t>
            </a:r>
            <a:r>
              <a:rPr lang="en-US" altLang="zh-CN" sz="3250" b="0" i="0" u="none" strike="noStrike" kern="0" cap="none" spc="-1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produce</a:t>
            </a:r>
            <a:r>
              <a:rPr lang="en-US" altLang="zh-CN" sz="3250" b="0" i="0" u="none" strike="noStrike" kern="0" cap="none" spc="-1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1" i="0" u="none" strike="noStrike" kern="0" cap="none" spc="-1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50,000 </a:t>
            </a:r>
            <a:r>
              <a:rPr lang="en-US" altLang="zh-CN" sz="3250" b="1" i="0" u="none" strike="noStrike" kern="0" cap="none" spc="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boxes</a:t>
            </a:r>
            <a:r>
              <a:rPr lang="en-US" altLang="zh-CN" sz="3250" b="1" i="0" u="none" strike="noStrike" kern="0" cap="none" spc="-1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250" b="0" i="0" u="none" strike="noStrike" kern="0" cap="none" spc="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per</a:t>
            </a:r>
            <a:r>
              <a:rPr lang="en-US" altLang="zh-CN" sz="3250" b="0" i="0" u="none" strike="noStrike" kern="0" cap="none" spc="-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month,</a:t>
            </a:r>
            <a:r>
              <a:rPr lang="en-US" altLang="zh-CN" sz="3250" b="0" i="0" u="none" strike="noStrike" kern="0" cap="none" spc="-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meeting </a:t>
            </a:r>
            <a:r>
              <a:rPr lang="en-US" altLang="zh-CN" sz="32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3250" b="0" i="0" u="none" strike="noStrike" kern="0" cap="none" spc="-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0" i="0" u="none" strike="noStrike" kern="0" cap="none" spc="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rising</a:t>
            </a:r>
            <a:r>
              <a:rPr lang="en-US" altLang="zh-CN" sz="3250" b="0" i="0" u="none" strike="noStrike" kern="0" cap="none" spc="-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demand</a:t>
            </a:r>
            <a:r>
              <a:rPr lang="en-US" altLang="zh-CN" sz="3250" b="0" i="0" u="none" strike="noStrike" kern="0" cap="none" spc="-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for</a:t>
            </a:r>
            <a:r>
              <a:rPr lang="en-US" altLang="zh-CN" sz="3250" b="0" i="0" u="none" strike="noStrike" kern="0" cap="none" spc="-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0" i="0" u="none" strike="noStrike" kern="0" cap="none" spc="7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eco- </a:t>
            </a:r>
            <a:r>
              <a:rPr lang="en-US" altLang="zh-CN" sz="325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friendly</a:t>
            </a:r>
            <a:r>
              <a:rPr lang="en-US" altLang="zh-CN" sz="3250" b="0" i="0" u="none" strike="noStrike" kern="0" cap="none" spc="-1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packaging</a:t>
            </a:r>
            <a:r>
              <a:rPr lang="en-US" altLang="zh-CN" sz="3250" b="0" i="0" u="none" strike="noStrike" kern="0" cap="none" spc="-1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in</a:t>
            </a:r>
            <a:r>
              <a:rPr lang="en-US" altLang="zh-CN" sz="3250" b="0" i="0" u="none" strike="noStrike" kern="0" cap="none" spc="-1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0" i="0" u="none" strike="noStrike" kern="0" cap="none" spc="-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 </a:t>
            </a:r>
            <a:r>
              <a:rPr lang="en-US" altLang="zh-CN" sz="325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food</a:t>
            </a:r>
            <a:r>
              <a:rPr lang="en-US" altLang="zh-CN" sz="3250" b="0" i="0" u="none" strike="noStrike" kern="0" cap="none" spc="-1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industry.</a:t>
            </a:r>
            <a:endParaRPr lang="zh-CN" altLang="en-US" sz="32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135" name="矩形"/>
          <p:cNvSpPr>
            <a:spLocks/>
          </p:cNvSpPr>
          <p:nvPr/>
        </p:nvSpPr>
        <p:spPr>
          <a:xfrm rot="0">
            <a:off x="6643935" y="4318534"/>
            <a:ext cx="4999991" cy="47104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400" b="0" i="0" u="none" strike="noStrike" kern="0" cap="none" spc="195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PROFIT</a:t>
            </a:r>
            <a:endParaRPr lang="en-US" altLang="zh-CN" sz="3400" b="0" i="0" u="none" strike="noStrike" kern="0" cap="none" spc="0" baseline="0">
              <a:solidFill>
                <a:schemeClr val="tx1"/>
              </a:solidFill>
              <a:latin typeface="Arial Narrow" pitchFamily="0" charset="0"/>
              <a:ea typeface="Droid Sans"/>
              <a:cs typeface="Arial Narrow" pitchFamily="0" charset="0"/>
            </a:endParaRPr>
          </a:p>
          <a:p>
            <a:pPr marL="387350" indent="0" algn="ctr">
              <a:lnSpc>
                <a:spcPct val="116000"/>
              </a:lnSpc>
              <a:spcBef>
                <a:spcPts val="3554"/>
              </a:spcBef>
              <a:spcAft>
                <a:spcPts val="0"/>
              </a:spcAft>
              <a:buNone/>
            </a:pPr>
            <a:r>
              <a:rPr lang="en-US" altLang="zh-CN" sz="35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3500" b="0" i="0" u="none" strike="noStrike" kern="0" cap="none" spc="-18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1" i="0" u="none" strike="noStrike" kern="0" cap="none" spc="-3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monthly</a:t>
            </a:r>
            <a:r>
              <a:rPr lang="en-US" altLang="zh-CN" sz="3500" b="1" i="0" u="none" strike="noStrike" kern="0" cap="none" spc="-23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500" b="1" i="0" u="none" strike="noStrike" kern="0" cap="none" spc="-7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profit</a:t>
            </a:r>
            <a:r>
              <a:rPr lang="en-US" altLang="zh-CN" sz="3500" b="1" i="0" u="none" strike="noStrike" kern="0" cap="none" spc="-13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500" b="0" i="0" u="none" strike="noStrike" kern="0" cap="none" spc="7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is </a:t>
            </a:r>
            <a:r>
              <a:rPr lang="en-US" altLang="zh-CN" sz="35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projected</a:t>
            </a:r>
            <a:r>
              <a:rPr lang="en-US" altLang="zh-CN" sz="3500" b="0" i="0" u="none" strike="noStrike" kern="0" cap="none" spc="-1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to</a:t>
            </a:r>
            <a:r>
              <a:rPr lang="en-US" altLang="zh-CN" sz="3500" b="0" i="0" u="none" strike="noStrike" kern="0" cap="none" spc="-1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reach</a:t>
            </a:r>
            <a:endParaRPr lang="en-US" altLang="zh-CN" sz="35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  <a:p>
            <a:pPr marL="12065" indent="-635" algn="ctr">
              <a:lnSpc>
                <a:spcPts val="487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altLang="zh-CN" sz="3500" b="0" i="0" u="none" strike="noStrike" kern="0" cap="none" spc="10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₹55,000,</a:t>
            </a:r>
            <a:r>
              <a:rPr lang="en-US" altLang="zh-CN" sz="3500" b="0" i="0" u="none" strike="noStrike" kern="0" cap="none" spc="-114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demonstrating </a:t>
            </a:r>
            <a:r>
              <a:rPr lang="en-US" altLang="zh-CN" sz="35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3500" b="0" i="0" u="none" strike="noStrike" kern="0" cap="none" spc="-12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financial</a:t>
            </a:r>
            <a:r>
              <a:rPr lang="en-US" altLang="zh-CN" sz="3500" b="0" i="0" u="none" strike="noStrike" kern="0" cap="none" spc="-114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viability</a:t>
            </a:r>
            <a:r>
              <a:rPr lang="en-US" altLang="zh-CN" sz="3500" b="0" i="0" u="none" strike="noStrike" kern="0" cap="none" spc="-114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-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and </a:t>
            </a:r>
            <a:r>
              <a:rPr lang="en-US" altLang="zh-CN" sz="350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sustainability</a:t>
            </a:r>
            <a:r>
              <a:rPr lang="en-US" altLang="zh-CN" sz="3500" b="0" i="0" u="none" strike="noStrike" kern="0" cap="none" spc="-1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of</a:t>
            </a:r>
            <a:r>
              <a:rPr lang="en-US" altLang="zh-CN" sz="3500" b="0" i="0" u="none" strike="noStrike" kern="0" cap="none" spc="-1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500" b="0" i="0" u="none" strike="noStrike" kern="0" cap="none" spc="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our </a:t>
            </a:r>
            <a:r>
              <a:rPr lang="en-US" altLang="zh-CN" sz="35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product.</a:t>
            </a:r>
            <a:endParaRPr lang="zh-CN" altLang="en-US" sz="35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  <p:sp>
        <p:nvSpPr>
          <p:cNvPr id="136" name="矩形"/>
          <p:cNvSpPr>
            <a:spLocks/>
          </p:cNvSpPr>
          <p:nvPr/>
        </p:nvSpPr>
        <p:spPr>
          <a:xfrm rot="0">
            <a:off x="12383045" y="5122565"/>
            <a:ext cx="5027929" cy="44792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270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3400" b="0" i="0" u="none" strike="noStrike" kern="0" cap="none" spc="275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TIMELINE</a:t>
            </a:r>
            <a:endParaRPr lang="en-US" altLang="zh-CN" sz="3400" b="0" i="0" u="none" strike="noStrike" kern="0" cap="none" spc="0" baseline="0">
              <a:solidFill>
                <a:schemeClr val="tx1"/>
              </a:solidFill>
              <a:latin typeface="Arial Narrow" pitchFamily="0" charset="0"/>
              <a:ea typeface="Droid Sans"/>
              <a:cs typeface="Arial Narrow" pitchFamily="0" charset="0"/>
            </a:endParaRPr>
          </a:p>
          <a:p>
            <a:pPr marL="12065" indent="0" algn="ctr">
              <a:lnSpc>
                <a:spcPct val="116999"/>
              </a:lnSpc>
              <a:spcBef>
                <a:spcPts val="3529"/>
              </a:spcBef>
              <a:spcAft>
                <a:spcPts val="0"/>
              </a:spcAft>
              <a:buNone/>
            </a:pPr>
            <a:r>
              <a:rPr lang="en-US" altLang="zh-CN" sz="32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3250" b="0" i="0" u="none" strike="noStrike" kern="0" cap="none" spc="6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estimated</a:t>
            </a:r>
            <a:r>
              <a:rPr lang="en-US" altLang="zh-CN" sz="3250" b="0" i="0" u="none" strike="noStrike" kern="0" cap="none" spc="8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1" i="0" u="none" strike="noStrike" kern="0" cap="none" spc="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break-</a:t>
            </a:r>
            <a:r>
              <a:rPr lang="en-US" altLang="zh-CN" sz="3250" b="1" i="0" u="none" strike="noStrike" kern="0" cap="none" spc="-2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even </a:t>
            </a:r>
            <a:r>
              <a:rPr lang="en-US" altLang="zh-CN" sz="3250" b="1" i="0" u="none" strike="noStrike" kern="0" cap="none" spc="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point</a:t>
            </a:r>
            <a:r>
              <a:rPr lang="en-US" altLang="zh-CN" sz="3250" b="1" i="0" u="none" strike="noStrike" kern="0" cap="none" spc="5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3250" b="0" i="0" u="none" strike="noStrike" kern="0" cap="none" spc="10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is</a:t>
            </a:r>
            <a:r>
              <a:rPr lang="en-US" altLang="zh-CN" sz="3250" b="0" i="0" u="none" strike="noStrike" kern="0" cap="none" spc="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approximately</a:t>
            </a:r>
            <a:r>
              <a:rPr lang="en-US" altLang="zh-CN" sz="3250" b="0" i="0" u="none" strike="noStrike" kern="0" cap="none" spc="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0" i="0" u="none" strike="noStrike" kern="0" cap="none" spc="22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14 </a:t>
            </a:r>
            <a:r>
              <a:rPr lang="en-US" altLang="zh-CN" sz="32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months,</a:t>
            </a:r>
            <a:r>
              <a:rPr lang="en-US" altLang="zh-CN" sz="3250" b="0" i="0" u="none" strike="noStrike" kern="0" cap="none" spc="114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making</a:t>
            </a:r>
            <a:r>
              <a:rPr lang="en-US" altLang="zh-CN" sz="3250" b="0" i="0" u="none" strike="noStrike" kern="0" cap="none" spc="1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Sorghu- </a:t>
            </a:r>
            <a:r>
              <a:rPr lang="en-US" altLang="zh-CN" sz="3250" b="0" i="0" u="none" strike="noStrike" kern="0" cap="none" spc="7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Shield</a:t>
            </a:r>
            <a:r>
              <a:rPr lang="en-US" altLang="zh-CN" sz="3250" b="0" i="0" u="none" strike="noStrike" kern="0" cap="none" spc="-1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</a:t>
            </a:r>
            <a:r>
              <a:rPr lang="en-US" altLang="zh-CN" sz="3250" b="0" i="0" u="none" strike="noStrike" kern="0" cap="none" spc="-1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promising </a:t>
            </a:r>
            <a:r>
              <a:rPr lang="en-US" altLang="zh-CN" sz="325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investment</a:t>
            </a:r>
            <a:r>
              <a:rPr lang="en-US" altLang="zh-CN" sz="325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opportunity</a:t>
            </a:r>
            <a:r>
              <a:rPr lang="en-US" altLang="zh-CN" sz="325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3250" b="0" i="0" u="none" strike="noStrike" kern="0" cap="none" spc="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for </a:t>
            </a:r>
            <a:r>
              <a:rPr lang="en-US" altLang="zh-CN" sz="3250" b="0" i="0" u="none" strike="noStrike" kern="0" cap="none" spc="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stakeholders.</a:t>
            </a:r>
            <a:endParaRPr lang="zh-CN" altLang="en-US" sz="325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43389"/>
      </p:ext>
    </p:extLst>
  </p:cSld>
  <p:clrMapOvr>
    <a:masterClrMapping/>
  </p:clrMapOvr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矩形"/>
          <p:cNvSpPr>
            <a:spLocks/>
          </p:cNvSpPr>
          <p:nvPr/>
        </p:nvSpPr>
        <p:spPr>
          <a:xfrm rot="0">
            <a:off x="486654" y="194303"/>
            <a:ext cx="11533505" cy="97434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4064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ts val="51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altLang="zh-CN" sz="4300" b="0" i="0" u="none" strike="noStrike" kern="0" cap="none" spc="434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Future</a:t>
            </a:r>
            <a:r>
              <a:rPr lang="en-US" altLang="zh-CN" sz="4300" b="0" i="0" u="none" strike="noStrike" kern="0" cap="none" spc="365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 </a:t>
            </a:r>
            <a:r>
              <a:rPr lang="en-US" altLang="zh-CN" sz="4300" b="0" i="0" u="none" strike="noStrike" kern="0" cap="none" spc="425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Potential</a:t>
            </a:r>
            <a:r>
              <a:rPr lang="en-US" altLang="zh-CN" sz="4300" b="0" i="0" u="none" strike="noStrike" kern="0" cap="none" spc="37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 </a:t>
            </a:r>
            <a:r>
              <a:rPr lang="en-US" altLang="zh-CN" sz="4300" b="0" i="0" u="none" strike="noStrike" kern="0" cap="none" spc="59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of</a:t>
            </a:r>
            <a:r>
              <a:rPr lang="en-US" altLang="zh-CN" sz="4300" b="0" i="0" u="none" strike="noStrike" kern="0" cap="none" spc="365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 </a:t>
            </a:r>
            <a:r>
              <a:rPr lang="en-US" altLang="zh-CN" sz="4300" b="0" i="0" u="none" strike="noStrike" kern="0" cap="none" spc="38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Eco-</a:t>
            </a:r>
            <a:r>
              <a:rPr lang="en-US" altLang="zh-CN" sz="4300" b="0" i="0" u="none" strike="noStrike" kern="0" cap="none" spc="395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Friendly </a:t>
            </a:r>
            <a:r>
              <a:rPr lang="en-US" altLang="zh-CN" sz="4300" b="0" i="0" u="none" strike="noStrike" kern="0" cap="none" spc="40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Packaging</a:t>
            </a:r>
            <a:r>
              <a:rPr lang="en-US" altLang="zh-CN" sz="4300" b="0" i="0" u="none" strike="noStrike" kern="0" cap="none" spc="390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 </a:t>
            </a:r>
            <a:r>
              <a:rPr lang="en-US" altLang="zh-CN" sz="4300" b="0" i="0" u="none" strike="noStrike" kern="0" cap="none" spc="425" baseline="0">
                <a:solidFill>
                  <a:srgbClr val="FFFFFF"/>
                </a:solidFill>
                <a:latin typeface="Arial Narrow" pitchFamily="0" charset="0"/>
                <a:ea typeface="Droid Sans"/>
                <a:cs typeface="Arial Narrow" pitchFamily="0" charset="0"/>
              </a:rPr>
              <a:t>Solutions</a:t>
            </a:r>
            <a:endParaRPr lang="en-US" altLang="zh-CN" sz="4300" b="0" i="0" u="none" strike="noStrike" kern="0" cap="none" spc="0" baseline="0">
              <a:solidFill>
                <a:schemeClr val="tx1"/>
              </a:solidFill>
              <a:latin typeface="Arial Narrow" pitchFamily="0" charset="0"/>
              <a:ea typeface="Droid Sans"/>
              <a:cs typeface="Arial Narrow" pitchFamily="0" charset="0"/>
            </a:endParaRPr>
          </a:p>
          <a:p>
            <a:pPr marL="12700" indent="0" algn="l">
              <a:lnSpc>
                <a:spcPct val="100000"/>
              </a:lnSpc>
              <a:spcBef>
                <a:spcPts val="3490"/>
              </a:spcBef>
              <a:spcAft>
                <a:spcPts val="0"/>
              </a:spcAft>
              <a:buNone/>
            </a:pPr>
            <a:r>
              <a:rPr lang="en-US" altLang="zh-CN" sz="4300" b="1" i="0" u="none" strike="noStrike" kern="0" cap="none" spc="5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TRENDS</a:t>
            </a:r>
            <a:r>
              <a:rPr lang="en-US" altLang="zh-CN" sz="4300" b="1" i="0" u="none" strike="noStrike" kern="0" cap="none" spc="-175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4300" b="1" i="0" u="none" strike="noStrike" kern="0" cap="none" spc="35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IN</a:t>
            </a:r>
            <a:r>
              <a:rPr lang="en-US" altLang="zh-CN" sz="4300" b="1" i="0" u="none" strike="noStrike" kern="0" cap="none" spc="-17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4300" b="1" i="0" u="none" strike="noStrike" kern="0" cap="none" spc="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MARKET</a:t>
            </a:r>
            <a:r>
              <a:rPr lang="en-US" altLang="zh-CN" sz="4300" b="1" i="0" u="none" strike="noStrike" kern="0" cap="none" spc="-17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4300" b="1" i="0" u="none" strike="noStrike" kern="0" cap="none" spc="-1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GROWTH</a:t>
            </a:r>
            <a:endParaRPr lang="en-US" altLang="zh-CN" sz="4300" b="0" i="0" u="none" strike="noStrike" kern="0" cap="none" spc="0" baseline="0">
              <a:solidFill>
                <a:schemeClr val="tx1"/>
              </a:solidFill>
              <a:latin typeface="Trebuchet MS" pitchFamily="0" charset="0"/>
              <a:ea typeface="Droid Sans"/>
              <a:cs typeface="Trebuchet MS" pitchFamily="0" charset="0"/>
            </a:endParaRPr>
          </a:p>
          <a:p>
            <a:pPr marL="12700" indent="0" algn="l">
              <a:lnSpc>
                <a:spcPct val="116000"/>
              </a:lnSpc>
              <a:spcBef>
                <a:spcPts val="3445"/>
              </a:spcBef>
              <a:spcAft>
                <a:spcPts val="0"/>
              </a:spcAft>
              <a:buNone/>
              <a:tabLst>
                <a:tab pos="8820150" algn="l"/>
              </a:tabLst>
            </a:pPr>
            <a:r>
              <a:rPr lang="en-US" altLang="zh-CN" sz="43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The</a:t>
            </a:r>
            <a:r>
              <a:rPr lang="en-US" altLang="zh-CN" sz="4300" b="0" i="0" u="none" strike="noStrike" kern="0" cap="none" spc="-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demand</a:t>
            </a:r>
            <a:r>
              <a:rPr lang="en-US" altLang="zh-CN" sz="4300" b="0" i="0" u="none" strike="noStrike" kern="0" cap="none" spc="-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for</a:t>
            </a:r>
            <a:r>
              <a:rPr lang="en-US" altLang="zh-CN" sz="4300" b="0" i="0" u="none" strike="noStrike" kern="0" cap="none" spc="-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1" i="0" u="none" strike="noStrike" kern="0" cap="none" spc="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sustainable</a:t>
            </a:r>
            <a:r>
              <a:rPr lang="en-US" altLang="zh-CN" sz="4300" b="1" i="0" u="none" strike="noStrike" kern="0" cap="none" spc="-14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 </a:t>
            </a:r>
            <a:r>
              <a:rPr lang="en-US" altLang="zh-CN" sz="4300" b="1" i="0" u="none" strike="noStrike" kern="0" cap="none" spc="7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packaging </a:t>
            </a:r>
            <a:r>
              <a:rPr lang="en-US" altLang="zh-CN" sz="4300" b="0" i="0" u="none" strike="noStrike" kern="0" cap="none" spc="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solutions</a:t>
            </a:r>
            <a:r>
              <a:rPr lang="en-US" altLang="zh-CN" sz="4300" b="0" i="0" u="none" strike="noStrike" kern="0" cap="none" spc="-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114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is</a:t>
            </a:r>
            <a:r>
              <a:rPr lang="en-US" altLang="zh-CN" sz="4300" b="0" i="0" u="none" strike="noStrike" kern="0" cap="none" spc="-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8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rising</a:t>
            </a:r>
            <a:r>
              <a:rPr lang="en-US" altLang="zh-CN" sz="4300" b="0" i="0" u="none" strike="noStrike" kern="0" cap="none" spc="-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significantly,</a:t>
            </a:r>
            <a:r>
              <a:rPr lang="en-US" altLang="zh-CN" sz="4300" b="0" i="0" u="none" strike="noStrike" kern="0" cap="none" spc="-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driven</a:t>
            </a:r>
            <a:r>
              <a:rPr lang="en-US" altLang="zh-CN" sz="4300" b="0" i="0" u="none" strike="noStrike" kern="0" cap="none" spc="-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-2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by </a:t>
            </a:r>
            <a:r>
              <a:rPr lang="en-US" altLang="zh-CN" sz="430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consumer</a:t>
            </a:r>
            <a:r>
              <a:rPr lang="en-US" altLang="zh-CN" sz="4300" b="0" i="0" u="none" strike="noStrike" kern="0" cap="none" spc="-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awareness</a:t>
            </a:r>
            <a:r>
              <a:rPr lang="en-US" altLang="zh-CN" sz="4300" b="0" i="0" u="none" strike="noStrike" kern="0" cap="none" spc="-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and</a:t>
            </a:r>
            <a:r>
              <a:rPr lang="en-US" altLang="zh-CN" sz="4300" b="0" i="0" u="none" strike="noStrike" kern="0" cap="none" spc="-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government </a:t>
            </a:r>
            <a:r>
              <a:rPr lang="en-US" altLang="zh-CN" sz="43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initiatives</a:t>
            </a:r>
            <a:r>
              <a:rPr lang="en-US" altLang="zh-CN" sz="4300" b="0" i="0" u="none" strike="noStrike" kern="0" cap="none" spc="-1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against</a:t>
            </a:r>
            <a:r>
              <a:rPr lang="en-US" altLang="zh-CN" sz="4300" b="0" i="0" u="none" strike="noStrike" kern="0" cap="none" spc="-1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plastic</a:t>
            </a:r>
            <a:r>
              <a:rPr lang="en-US" altLang="zh-CN" sz="4300" b="0" i="0" u="none" strike="noStrike" kern="0" cap="none" spc="-16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pollution.</a:t>
            </a:r>
            <a:r>
              <a:rPr lang="en-US" altLang="zh-CN" sz="43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	</a:t>
            </a:r>
            <a:r>
              <a:rPr lang="en-US" altLang="zh-CN" sz="4300" b="0" i="0" u="none" strike="noStrike" kern="0" cap="none" spc="4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Increasing </a:t>
            </a:r>
            <a:r>
              <a:rPr lang="en-US" altLang="zh-CN" sz="43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demand</a:t>
            </a:r>
            <a:r>
              <a:rPr lang="en-US" altLang="zh-CN" sz="4300" b="0" i="0" u="none" strike="noStrike" kern="0" cap="none" spc="-8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for</a:t>
            </a:r>
            <a:r>
              <a:rPr lang="en-US" altLang="zh-CN" sz="4300" b="0" i="0" u="none" strike="noStrike" kern="0" cap="none" spc="-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9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eco-</a:t>
            </a:r>
            <a:r>
              <a:rPr lang="en-US" altLang="zh-CN" sz="4300" b="0" i="0" u="none" strike="noStrike" kern="0" cap="none" spc="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products</a:t>
            </a:r>
            <a:r>
              <a:rPr lang="en-US" altLang="zh-CN" sz="4300" b="0" i="0" u="none" strike="noStrike" kern="0" cap="none" spc="-8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17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-</a:t>
            </a:r>
            <a:r>
              <a:rPr lang="en-US" altLang="zh-CN" sz="4300" b="0" i="0" u="none" strike="noStrike" kern="0" cap="none" spc="-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Government</a:t>
            </a:r>
            <a:r>
              <a:rPr lang="en-US" altLang="zh-CN" sz="4300" b="0" i="0" u="none" strike="noStrike" kern="0" cap="none" spc="-8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plastic </a:t>
            </a:r>
            <a:r>
              <a:rPr lang="en-US" altLang="zh-CN" sz="43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ban</a:t>
            </a:r>
            <a:r>
              <a:rPr lang="en-US" altLang="zh-CN" sz="4300" b="0" i="0" u="none" strike="noStrike" kern="0" cap="none" spc="-1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support</a:t>
            </a:r>
            <a:r>
              <a:rPr lang="en-US" altLang="zh-CN" sz="4300" b="0" i="0" u="none" strike="noStrike" kern="0" cap="none" spc="-1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17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-</a:t>
            </a:r>
            <a:r>
              <a:rPr lang="en-US" altLang="zh-CN" sz="4300" b="0" i="0" u="none" strike="noStrike" kern="0" cap="none" spc="-1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4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Expansion</a:t>
            </a:r>
            <a:r>
              <a:rPr lang="en-US" altLang="zh-CN" sz="4300" b="0" i="0" u="none" strike="noStrike" kern="0" cap="none" spc="-1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to</a:t>
            </a:r>
            <a:r>
              <a:rPr lang="en-US" altLang="zh-CN" sz="4300" b="0" i="0" u="none" strike="noStrike" kern="0" cap="none" spc="-13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food</a:t>
            </a:r>
            <a:r>
              <a:rPr lang="en-US" altLang="zh-CN" sz="4300" b="0" i="0" u="none" strike="noStrike" kern="0" cap="none" spc="-13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industry </a:t>
            </a:r>
            <a:r>
              <a:rPr lang="en-US" altLang="zh-CN" sz="4300" b="1" i="0" u="none" strike="noStrike" kern="0" cap="none" spc="0" baseline="0">
                <a:solidFill>
                  <a:srgbClr val="FFFFFF"/>
                </a:solidFill>
                <a:latin typeface="Trebuchet MS" pitchFamily="0" charset="0"/>
                <a:ea typeface="Droid Sans"/>
                <a:cs typeface="Trebuchet MS" pitchFamily="0" charset="0"/>
              </a:rPr>
              <a:t>Conclusion</a:t>
            </a:r>
            <a:r>
              <a:rPr lang="en-US" altLang="zh-CN" sz="43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:</a:t>
            </a:r>
            <a:r>
              <a:rPr lang="en-US" altLang="zh-CN" sz="4300" b="0" i="0" u="none" strike="noStrike" kern="0" cap="none" spc="-12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17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-</a:t>
            </a:r>
            <a:r>
              <a:rPr lang="en-US" altLang="zh-CN" sz="4300" b="0" i="0" u="none" strike="noStrike" kern="0" cap="none" spc="-12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7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Sustainable</a:t>
            </a:r>
            <a:r>
              <a:rPr lang="en-US" altLang="zh-CN" sz="4300" b="0" i="0" u="none" strike="noStrike" kern="0" cap="none" spc="-12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alternative</a:t>
            </a:r>
            <a:r>
              <a:rPr lang="en-US" altLang="zh-CN" sz="4300" b="0" i="0" u="none" strike="noStrike" kern="0" cap="none" spc="-12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5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to</a:t>
            </a:r>
            <a:r>
              <a:rPr lang="en-US" altLang="zh-CN" sz="4300" b="0" i="0" u="none" strike="noStrike" kern="0" cap="none" spc="-12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8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plastic</a:t>
            </a:r>
            <a:endParaRPr lang="en-US" altLang="zh-CN" sz="43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  <a:p>
            <a:pPr marL="12700" indent="0" algn="l">
              <a:lnSpc>
                <a:spcPts val="6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rPr lang="en-US" altLang="zh-CN" sz="4300" b="0" i="0" u="none" strike="noStrike" kern="0" cap="none" spc="17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-</a:t>
            </a:r>
            <a:r>
              <a:rPr lang="en-US" altLang="zh-CN" sz="4300" b="0" i="0" u="none" strike="noStrike" kern="0" cap="none" spc="-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5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Profitable</a:t>
            </a:r>
            <a:r>
              <a:rPr lang="en-US" altLang="zh-CN" sz="4300" b="0" i="0" u="none" strike="noStrike" kern="0" cap="none" spc="-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7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business</a:t>
            </a:r>
            <a:r>
              <a:rPr lang="en-US" altLang="zh-CN" sz="4300" b="0" i="0" u="none" strike="noStrike" kern="0" cap="none" spc="-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model</a:t>
            </a:r>
            <a:r>
              <a:rPr lang="en-US" altLang="zh-CN" sz="4300" b="0" i="0" u="none" strike="noStrike" kern="0" cap="none" spc="-9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17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-</a:t>
            </a:r>
            <a:r>
              <a:rPr lang="en-US" altLang="zh-CN" sz="4300" b="0" i="0" u="none" strike="noStrike" kern="0" cap="none" spc="-85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 </a:t>
            </a:r>
            <a:r>
              <a:rPr lang="en-US" altLang="zh-CN" sz="4300" b="0" i="0" u="none" strike="noStrike" kern="0" cap="none" spc="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Future-</a:t>
            </a:r>
            <a:r>
              <a:rPr lang="en-US" altLang="zh-CN" sz="4300" b="0" i="0" u="none" strike="noStrike" kern="0" cap="none" spc="-10" baseline="0">
                <a:solidFill>
                  <a:srgbClr val="FFFFFF"/>
                </a:solidFill>
                <a:latin typeface="Tahoma" pitchFamily="0" charset="0"/>
                <a:ea typeface="Droid Sans"/>
                <a:cs typeface="Tahoma" pitchFamily="0" charset="0"/>
              </a:rPr>
              <a:t>ready innovation</a:t>
            </a:r>
            <a:endParaRPr lang="zh-CN" altLang="en-US" sz="4300" b="0" i="0" u="none" strike="noStrike" kern="0" cap="none" spc="0" baseline="0">
              <a:solidFill>
                <a:schemeClr val="tx1"/>
              </a:solidFill>
              <a:latin typeface="Tahoma" pitchFamily="0" charset="0"/>
              <a:ea typeface="Droid Sans"/>
              <a:cs typeface="Tahom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99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Presentation - Sorghu-Shield: Eco Food Packaging</dc:title>
  <dc:creator>renu</dc:creator>
  <cp:keywords>DAHExiTbRgg,BAHExZ1zmL4,0</cp:keywords>
  <cp:lastModifiedBy>root</cp:lastModifiedBy>
  <cp:revision>0</cp:revision>
  <dcterms:created xsi:type="dcterms:W3CDTF">2026-03-23T17:15:38Z</dcterms:created>
  <dcterms:modified xsi:type="dcterms:W3CDTF">2026-03-23T14:53:22Z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Created">
    <vt:filetime>2026-03-22T16:00:00Z</vt:filetime>
  </property>
  <property fmtid="{D5CDD505-2E9C-101B-9397-08002B2CF9AE}" pid="3" name="Creator">
    <vt:lpwstr>Canva</vt:lpwstr>
  </property>
  <property fmtid="{D5CDD505-2E9C-101B-9397-08002B2CF9AE}" pid="4" name="LastSaved">
    <vt:filetime>2026-03-22T16:00:00Z</vt:filetime>
  </property>
  <property fmtid="{D5CDD505-2E9C-101B-9397-08002B2CF9AE}" pid="5" name="Producer">
    <vt:lpwstr>3-Heights(TM) PDF Security Shell 4.8.25.2 (http://www.pdf-tools.com)</vt:lpwstr>
  </property>
</Properties>
</file>